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5" r:id="rId3"/>
    <p:sldId id="294" r:id="rId4"/>
    <p:sldId id="260" r:id="rId5"/>
    <p:sldId id="261" r:id="rId6"/>
    <p:sldId id="262" r:id="rId7"/>
    <p:sldId id="293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8" r:id="rId18"/>
    <p:sldId id="276" r:id="rId19"/>
    <p:sldId id="277" r:id="rId20"/>
    <p:sldId id="278" r:id="rId21"/>
    <p:sldId id="289" r:id="rId22"/>
    <p:sldId id="290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1" r:id="rId33"/>
    <p:sldId id="295" r:id="rId34"/>
    <p:sldId id="292" r:id="rId35"/>
    <p:sldId id="264" r:id="rId36"/>
    <p:sldId id="266" r:id="rId37"/>
    <p:sldId id="259" r:id="rId38"/>
  </p:sldIdLst>
  <p:sldSz cx="12192000" cy="6858000"/>
  <p:notesSz cx="6858000" cy="9144000"/>
  <p:embeddedFontLst>
    <p:embeddedFont>
      <p:font typeface="Libre Baskerville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0802A-92E7-4D8A-A742-79D79925D12A}" v="11" dt="2026-09-07T17:27:19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kota" userId="3ac6975a9cfbc560" providerId="LiveId" clId="{DF6CFABC-A7A1-4576-A0BE-1CD0FF037CDC}"/>
    <pc:docChg chg="custSel addSld delSld modSld sldOrd">
      <pc:chgData name="prashanth kota" userId="3ac6975a9cfbc560" providerId="LiveId" clId="{DF6CFABC-A7A1-4576-A0BE-1CD0FF037CDC}" dt="2026-09-07T17:28:41.735" v="1113" actId="14100"/>
      <pc:docMkLst>
        <pc:docMk/>
      </pc:docMkLst>
      <pc:sldChg chg="ord">
        <pc:chgData name="prashanth kota" userId="3ac6975a9cfbc560" providerId="LiveId" clId="{DF6CFABC-A7A1-4576-A0BE-1CD0FF037CDC}" dt="2026-09-07T14:52:45.445" v="793"/>
        <pc:sldMkLst>
          <pc:docMk/>
          <pc:sldMk cId="0" sldId="256"/>
        </pc:sldMkLst>
      </pc:sldChg>
      <pc:sldChg chg="addSp delSp modSp del mod ord">
        <pc:chgData name="prashanth kota" userId="3ac6975a9cfbc560" providerId="LiveId" clId="{DF6CFABC-A7A1-4576-A0BE-1CD0FF037CDC}" dt="2026-09-07T16:27:52.224" v="1026" actId="2696"/>
        <pc:sldMkLst>
          <pc:docMk/>
          <pc:sldMk cId="0" sldId="258"/>
        </pc:sldMkLst>
      </pc:sldChg>
      <pc:sldChg chg="modSp mod">
        <pc:chgData name="prashanth kota" userId="3ac6975a9cfbc560" providerId="LiveId" clId="{DF6CFABC-A7A1-4576-A0BE-1CD0FF037CDC}" dt="2026-09-04T05:01:22.159" v="751" actId="207"/>
        <pc:sldMkLst>
          <pc:docMk/>
          <pc:sldMk cId="0" sldId="259"/>
        </pc:sldMkLst>
        <pc:spChg chg="mod">
          <ac:chgData name="prashanth kota" userId="3ac6975a9cfbc560" providerId="LiveId" clId="{DF6CFABC-A7A1-4576-A0BE-1CD0FF037CDC}" dt="2026-09-04T05:01:22.159" v="751" actId="207"/>
          <ac:spMkLst>
            <pc:docMk/>
            <pc:sldMk cId="0" sldId="259"/>
            <ac:spMk id="117" creationId="{00000000-0000-0000-0000-000000000000}"/>
          </ac:spMkLst>
        </pc:spChg>
      </pc:sldChg>
      <pc:sldChg chg="ord">
        <pc:chgData name="prashanth kota" userId="3ac6975a9cfbc560" providerId="LiveId" clId="{DF6CFABC-A7A1-4576-A0BE-1CD0FF037CDC}" dt="2026-09-07T14:39:06.084" v="791"/>
        <pc:sldMkLst>
          <pc:docMk/>
          <pc:sldMk cId="694165466" sldId="260"/>
        </pc:sldMkLst>
      </pc:sldChg>
      <pc:sldChg chg="modSp mod">
        <pc:chgData name="prashanth kota" userId="3ac6975a9cfbc560" providerId="LiveId" clId="{DF6CFABC-A7A1-4576-A0BE-1CD0FF037CDC}" dt="2026-09-07T16:30:43.506" v="1035" actId="207"/>
        <pc:sldMkLst>
          <pc:docMk/>
          <pc:sldMk cId="3609232907" sldId="261"/>
        </pc:sldMkLst>
        <pc:spChg chg="mod">
          <ac:chgData name="prashanth kota" userId="3ac6975a9cfbc560" providerId="LiveId" clId="{DF6CFABC-A7A1-4576-A0BE-1CD0FF037CDC}" dt="2026-09-07T16:30:43.506" v="1035" actId="207"/>
          <ac:spMkLst>
            <pc:docMk/>
            <pc:sldMk cId="3609232907" sldId="261"/>
            <ac:spMk id="2" creationId="{7B74E73C-CD18-0D81-B07F-523282566833}"/>
          </ac:spMkLst>
        </pc:spChg>
      </pc:sldChg>
      <pc:sldChg chg="modSp mod">
        <pc:chgData name="prashanth kota" userId="3ac6975a9cfbc560" providerId="LiveId" clId="{DF6CFABC-A7A1-4576-A0BE-1CD0FF037CDC}" dt="2026-09-04T05:03:10.668" v="757" actId="27636"/>
        <pc:sldMkLst>
          <pc:docMk/>
          <pc:sldMk cId="2846460605" sldId="264"/>
        </pc:sldMkLst>
        <pc:spChg chg="mod">
          <ac:chgData name="prashanth kota" userId="3ac6975a9cfbc560" providerId="LiveId" clId="{DF6CFABC-A7A1-4576-A0BE-1CD0FF037CDC}" dt="2026-09-04T05:01:38.160" v="753" actId="207"/>
          <ac:spMkLst>
            <pc:docMk/>
            <pc:sldMk cId="2846460605" sldId="264"/>
            <ac:spMk id="2" creationId="{8AEE08A1-FBA9-8545-8E85-BD0FEB4BE84A}"/>
          </ac:spMkLst>
        </pc:spChg>
        <pc:spChg chg="mod">
          <ac:chgData name="prashanth kota" userId="3ac6975a9cfbc560" providerId="LiveId" clId="{DF6CFABC-A7A1-4576-A0BE-1CD0FF037CDC}" dt="2026-09-04T05:03:10.668" v="757" actId="27636"/>
          <ac:spMkLst>
            <pc:docMk/>
            <pc:sldMk cId="2846460605" sldId="264"/>
            <ac:spMk id="3" creationId="{7CAB7BDD-C2A8-9493-A219-27D525754102}"/>
          </ac:spMkLst>
        </pc:spChg>
      </pc:sldChg>
      <pc:sldChg chg="modSp mod ord">
        <pc:chgData name="prashanth kota" userId="3ac6975a9cfbc560" providerId="LiveId" clId="{DF6CFABC-A7A1-4576-A0BE-1CD0FF037CDC}" dt="2026-09-07T16:27:17.881" v="1022" actId="20577"/>
        <pc:sldMkLst>
          <pc:docMk/>
          <pc:sldMk cId="1463822016" sldId="265"/>
        </pc:sldMkLst>
        <pc:spChg chg="mod">
          <ac:chgData name="prashanth kota" userId="3ac6975a9cfbc560" providerId="LiveId" clId="{DF6CFABC-A7A1-4576-A0BE-1CD0FF037CDC}" dt="2026-09-07T16:22:13.978" v="917" actId="20577"/>
          <ac:spMkLst>
            <pc:docMk/>
            <pc:sldMk cId="1463822016" sldId="265"/>
            <ac:spMk id="2" creationId="{2BBC23E7-956F-8AB7-3D16-6508DC3B02BB}"/>
          </ac:spMkLst>
        </pc:spChg>
        <pc:spChg chg="mod">
          <ac:chgData name="prashanth kota" userId="3ac6975a9cfbc560" providerId="LiveId" clId="{DF6CFABC-A7A1-4576-A0BE-1CD0FF037CDC}" dt="2026-09-07T16:27:17.881" v="1022" actId="20577"/>
          <ac:spMkLst>
            <pc:docMk/>
            <pc:sldMk cId="1463822016" sldId="265"/>
            <ac:spMk id="3" creationId="{13A33FB6-E19D-11CC-9600-E85D348C6D49}"/>
          </ac:spMkLst>
        </pc:spChg>
      </pc:sldChg>
      <pc:sldChg chg="modSp mod">
        <pc:chgData name="prashanth kota" userId="3ac6975a9cfbc560" providerId="LiveId" clId="{DF6CFABC-A7A1-4576-A0BE-1CD0FF037CDC}" dt="2026-09-04T05:05:50.530" v="767" actId="14100"/>
        <pc:sldMkLst>
          <pc:docMk/>
          <pc:sldMk cId="1909995881" sldId="266"/>
        </pc:sldMkLst>
        <pc:spChg chg="mod">
          <ac:chgData name="prashanth kota" userId="3ac6975a9cfbc560" providerId="LiveId" clId="{DF6CFABC-A7A1-4576-A0BE-1CD0FF037CDC}" dt="2026-09-04T05:01:30.646" v="752" actId="207"/>
          <ac:spMkLst>
            <pc:docMk/>
            <pc:sldMk cId="1909995881" sldId="266"/>
            <ac:spMk id="2" creationId="{6389CF24-C824-E6BA-F6CA-3368B97FDAA4}"/>
          </ac:spMkLst>
        </pc:spChg>
        <pc:spChg chg="mod">
          <ac:chgData name="prashanth kota" userId="3ac6975a9cfbc560" providerId="LiveId" clId="{DF6CFABC-A7A1-4576-A0BE-1CD0FF037CDC}" dt="2026-09-04T05:05:50.530" v="767" actId="14100"/>
          <ac:spMkLst>
            <pc:docMk/>
            <pc:sldMk cId="1909995881" sldId="266"/>
            <ac:spMk id="3" creationId="{6CBA55F5-26D8-F60A-1417-650191751019}"/>
          </ac:spMkLst>
        </pc:spChg>
      </pc:sldChg>
      <pc:sldChg chg="addSp modSp mod">
        <pc:chgData name="prashanth kota" userId="3ac6975a9cfbc560" providerId="LiveId" clId="{DF6CFABC-A7A1-4576-A0BE-1CD0FF037CDC}" dt="2026-09-04T02:56:22.385" v="18" actId="14100"/>
        <pc:sldMkLst>
          <pc:docMk/>
          <pc:sldMk cId="1070882821" sldId="273"/>
        </pc:sldMkLst>
        <pc:spChg chg="mod">
          <ac:chgData name="prashanth kota" userId="3ac6975a9cfbc560" providerId="LiveId" clId="{DF6CFABC-A7A1-4576-A0BE-1CD0FF037CDC}" dt="2026-09-04T02:56:02.780" v="11" actId="14100"/>
          <ac:spMkLst>
            <pc:docMk/>
            <pc:sldMk cId="1070882821" sldId="273"/>
            <ac:spMk id="3" creationId="{09BD00A9-C174-F9CC-B2E7-8DC05C39F13C}"/>
          </ac:spMkLst>
        </pc:spChg>
        <pc:picChg chg="mod">
          <ac:chgData name="prashanth kota" userId="3ac6975a9cfbc560" providerId="LiveId" clId="{DF6CFABC-A7A1-4576-A0BE-1CD0FF037CDC}" dt="2026-09-04T02:56:14.093" v="14" actId="14100"/>
          <ac:picMkLst>
            <pc:docMk/>
            <pc:sldMk cId="1070882821" sldId="273"/>
            <ac:picMk id="5" creationId="{D9F8C515-DE2C-DF41-FA34-A6B1DA1F8304}"/>
          </ac:picMkLst>
        </pc:picChg>
        <pc:picChg chg="add mod">
          <ac:chgData name="prashanth kota" userId="3ac6975a9cfbc560" providerId="LiveId" clId="{DF6CFABC-A7A1-4576-A0BE-1CD0FF037CDC}" dt="2026-09-04T02:56:22.385" v="18" actId="14100"/>
          <ac:picMkLst>
            <pc:docMk/>
            <pc:sldMk cId="1070882821" sldId="273"/>
            <ac:picMk id="11" creationId="{D2FCEDCE-6DA5-7B90-CBDC-D1DA792BC912}"/>
          </ac:picMkLst>
        </pc:picChg>
      </pc:sldChg>
      <pc:sldChg chg="addSp modSp mod">
        <pc:chgData name="prashanth kota" userId="3ac6975a9cfbc560" providerId="LiveId" clId="{DF6CFABC-A7A1-4576-A0BE-1CD0FF037CDC}" dt="2026-09-04T02:58:44.380" v="27" actId="1076"/>
        <pc:sldMkLst>
          <pc:docMk/>
          <pc:sldMk cId="13394877" sldId="274"/>
        </pc:sldMkLst>
        <pc:spChg chg="mod">
          <ac:chgData name="prashanth kota" userId="3ac6975a9cfbc560" providerId="LiveId" clId="{DF6CFABC-A7A1-4576-A0BE-1CD0FF037CDC}" dt="2026-09-04T02:58:24.258" v="21" actId="20577"/>
          <ac:spMkLst>
            <pc:docMk/>
            <pc:sldMk cId="13394877" sldId="274"/>
            <ac:spMk id="3" creationId="{66C850E1-C41A-3599-11E0-064B66AC4C2F}"/>
          </ac:spMkLst>
        </pc:spChg>
        <pc:picChg chg="mod">
          <ac:chgData name="prashanth kota" userId="3ac6975a9cfbc560" providerId="LiveId" clId="{DF6CFABC-A7A1-4576-A0BE-1CD0FF037CDC}" dt="2026-09-04T02:58:31.297" v="24" actId="14100"/>
          <ac:picMkLst>
            <pc:docMk/>
            <pc:sldMk cId="13394877" sldId="274"/>
            <ac:picMk id="5" creationId="{88B5929C-D004-1EA1-D8C2-EA37E0EAA513}"/>
          </ac:picMkLst>
        </pc:picChg>
        <pc:picChg chg="add mod">
          <ac:chgData name="prashanth kota" userId="3ac6975a9cfbc560" providerId="LiveId" clId="{DF6CFABC-A7A1-4576-A0BE-1CD0FF037CDC}" dt="2026-09-04T02:58:44.380" v="27" actId="1076"/>
          <ac:picMkLst>
            <pc:docMk/>
            <pc:sldMk cId="13394877" sldId="274"/>
            <ac:picMk id="8" creationId="{9B606218-9593-5021-0641-CED2FDCB8727}"/>
          </ac:picMkLst>
        </pc:picChg>
      </pc:sldChg>
      <pc:sldChg chg="addSp modSp mod">
        <pc:chgData name="prashanth kota" userId="3ac6975a9cfbc560" providerId="LiveId" clId="{DF6CFABC-A7A1-4576-A0BE-1CD0FF037CDC}" dt="2026-09-04T02:59:36.821" v="48" actId="1076"/>
        <pc:sldMkLst>
          <pc:docMk/>
          <pc:sldMk cId="1568332147" sldId="275"/>
        </pc:sldMkLst>
        <pc:spChg chg="mod">
          <ac:chgData name="prashanth kota" userId="3ac6975a9cfbc560" providerId="LiveId" clId="{DF6CFABC-A7A1-4576-A0BE-1CD0FF037CDC}" dt="2026-09-04T02:58:53.537" v="35" actId="27636"/>
          <ac:spMkLst>
            <pc:docMk/>
            <pc:sldMk cId="1568332147" sldId="275"/>
            <ac:spMk id="3" creationId="{2623F8F5-CF46-CE24-343C-D6EA8EE2E8A5}"/>
          </ac:spMkLst>
        </pc:spChg>
        <pc:picChg chg="mod">
          <ac:chgData name="prashanth kota" userId="3ac6975a9cfbc560" providerId="LiveId" clId="{DF6CFABC-A7A1-4576-A0BE-1CD0FF037CDC}" dt="2026-09-04T02:59:29.607" v="46" actId="14100"/>
          <ac:picMkLst>
            <pc:docMk/>
            <pc:sldMk cId="1568332147" sldId="275"/>
            <ac:picMk id="5" creationId="{318BA4DD-D3E1-C5FE-BF80-AB4B9717152F}"/>
          </ac:picMkLst>
        </pc:picChg>
        <pc:picChg chg="add mod">
          <ac:chgData name="prashanth kota" userId="3ac6975a9cfbc560" providerId="LiveId" clId="{DF6CFABC-A7A1-4576-A0BE-1CD0FF037CDC}" dt="2026-09-04T02:59:36.821" v="48" actId="1076"/>
          <ac:picMkLst>
            <pc:docMk/>
            <pc:sldMk cId="1568332147" sldId="275"/>
            <ac:picMk id="8" creationId="{5FE2624D-8C6C-B8E7-BDC2-C63226502F70}"/>
          </ac:picMkLst>
        </pc:picChg>
      </pc:sldChg>
      <pc:sldChg chg="addSp delSp modSp mod">
        <pc:chgData name="prashanth kota" userId="3ac6975a9cfbc560" providerId="LiveId" clId="{DF6CFABC-A7A1-4576-A0BE-1CD0FF037CDC}" dt="2026-09-04T03:49:42.828" v="274" actId="1076"/>
        <pc:sldMkLst>
          <pc:docMk/>
          <pc:sldMk cId="2851394826" sldId="276"/>
        </pc:sldMkLst>
        <pc:spChg chg="mod">
          <ac:chgData name="prashanth kota" userId="3ac6975a9cfbc560" providerId="LiveId" clId="{DF6CFABC-A7A1-4576-A0BE-1CD0FF037CDC}" dt="2026-09-04T03:01:43.860" v="63" actId="20577"/>
          <ac:spMkLst>
            <pc:docMk/>
            <pc:sldMk cId="2851394826" sldId="276"/>
            <ac:spMk id="2" creationId="{7DC5B2AD-8BE9-E445-ED6E-449BFAD27511}"/>
          </ac:spMkLst>
        </pc:spChg>
        <pc:spChg chg="mod">
          <ac:chgData name="prashanth kota" userId="3ac6975a9cfbc560" providerId="LiveId" clId="{DF6CFABC-A7A1-4576-A0BE-1CD0FF037CDC}" dt="2026-09-04T03:49:36.833" v="273" actId="27636"/>
          <ac:spMkLst>
            <pc:docMk/>
            <pc:sldMk cId="2851394826" sldId="276"/>
            <ac:spMk id="3" creationId="{369D9270-1DD2-A4FA-F77B-EF6A19338FD9}"/>
          </ac:spMkLst>
        </pc:spChg>
        <pc:picChg chg="add mod">
          <ac:chgData name="prashanth kota" userId="3ac6975a9cfbc560" providerId="LiveId" clId="{DF6CFABC-A7A1-4576-A0BE-1CD0FF037CDC}" dt="2026-09-04T03:49:31.005" v="271" actId="14100"/>
          <ac:picMkLst>
            <pc:docMk/>
            <pc:sldMk cId="2851394826" sldId="276"/>
            <ac:picMk id="5" creationId="{A8B44E42-D965-E9A5-F3F0-68D6DA685BEB}"/>
          </ac:picMkLst>
        </pc:picChg>
        <pc:picChg chg="add mod">
          <ac:chgData name="prashanth kota" userId="3ac6975a9cfbc560" providerId="LiveId" clId="{DF6CFABC-A7A1-4576-A0BE-1CD0FF037CDC}" dt="2026-09-04T03:49:42.828" v="274" actId="1076"/>
          <ac:picMkLst>
            <pc:docMk/>
            <pc:sldMk cId="2851394826" sldId="276"/>
            <ac:picMk id="8" creationId="{531AE8F9-AC0E-E56F-35A1-B1611D686E2A}"/>
          </ac:picMkLst>
        </pc:picChg>
      </pc:sldChg>
      <pc:sldChg chg="addSp delSp modSp mod">
        <pc:chgData name="prashanth kota" userId="3ac6975a9cfbc560" providerId="LiveId" clId="{DF6CFABC-A7A1-4576-A0BE-1CD0FF037CDC}" dt="2026-09-04T03:50:34.962" v="282" actId="1076"/>
        <pc:sldMkLst>
          <pc:docMk/>
          <pc:sldMk cId="2624628805" sldId="277"/>
        </pc:sldMkLst>
        <pc:spChg chg="mod">
          <ac:chgData name="prashanth kota" userId="3ac6975a9cfbc560" providerId="LiveId" clId="{DF6CFABC-A7A1-4576-A0BE-1CD0FF037CDC}" dt="2026-09-04T03:08:16.752" v="125" actId="27636"/>
          <ac:spMkLst>
            <pc:docMk/>
            <pc:sldMk cId="2624628805" sldId="277"/>
            <ac:spMk id="2" creationId="{CD3116D0-C731-8614-6B38-62214DDEEA4A}"/>
          </ac:spMkLst>
        </pc:spChg>
        <pc:spChg chg="mod">
          <ac:chgData name="prashanth kota" userId="3ac6975a9cfbc560" providerId="LiveId" clId="{DF6CFABC-A7A1-4576-A0BE-1CD0FF037CDC}" dt="2026-09-04T03:50:16.600" v="278" actId="20577"/>
          <ac:spMkLst>
            <pc:docMk/>
            <pc:sldMk cId="2624628805" sldId="277"/>
            <ac:spMk id="3" creationId="{A553538D-2782-87CC-7566-A15A00D1DE77}"/>
          </ac:spMkLst>
        </pc:spChg>
        <pc:picChg chg="add mod">
          <ac:chgData name="prashanth kota" userId="3ac6975a9cfbc560" providerId="LiveId" clId="{DF6CFABC-A7A1-4576-A0BE-1CD0FF037CDC}" dt="2026-09-04T03:50:20.019" v="279" actId="1076"/>
          <ac:picMkLst>
            <pc:docMk/>
            <pc:sldMk cId="2624628805" sldId="277"/>
            <ac:picMk id="5" creationId="{D2BA1560-1130-580D-1990-A141899C15E1}"/>
          </ac:picMkLst>
        </pc:picChg>
        <pc:picChg chg="add mod">
          <ac:chgData name="prashanth kota" userId="3ac6975a9cfbc560" providerId="LiveId" clId="{DF6CFABC-A7A1-4576-A0BE-1CD0FF037CDC}" dt="2026-09-04T03:50:34.962" v="282" actId="1076"/>
          <ac:picMkLst>
            <pc:docMk/>
            <pc:sldMk cId="2624628805" sldId="277"/>
            <ac:picMk id="8" creationId="{1F7256AC-42C4-DBE0-609C-45521ECEEB7B}"/>
          </ac:picMkLst>
        </pc:picChg>
      </pc:sldChg>
      <pc:sldChg chg="addSp delSp modSp mod">
        <pc:chgData name="prashanth kota" userId="3ac6975a9cfbc560" providerId="LiveId" clId="{DF6CFABC-A7A1-4576-A0BE-1CD0FF037CDC}" dt="2026-09-04T03:51:35.551" v="288" actId="1076"/>
        <pc:sldMkLst>
          <pc:docMk/>
          <pc:sldMk cId="2629913505" sldId="278"/>
        </pc:sldMkLst>
        <pc:spChg chg="mod">
          <ac:chgData name="prashanth kota" userId="3ac6975a9cfbc560" providerId="LiveId" clId="{DF6CFABC-A7A1-4576-A0BE-1CD0FF037CDC}" dt="2026-09-04T03:09:40.863" v="149" actId="27636"/>
          <ac:spMkLst>
            <pc:docMk/>
            <pc:sldMk cId="2629913505" sldId="278"/>
            <ac:spMk id="2" creationId="{4791C5E3-F52A-355F-682A-A9B05DFA7622}"/>
          </ac:spMkLst>
        </pc:spChg>
        <pc:spChg chg="mod">
          <ac:chgData name="prashanth kota" userId="3ac6975a9cfbc560" providerId="LiveId" clId="{DF6CFABC-A7A1-4576-A0BE-1CD0FF037CDC}" dt="2026-09-04T03:10:55.209" v="165" actId="27636"/>
          <ac:spMkLst>
            <pc:docMk/>
            <pc:sldMk cId="2629913505" sldId="278"/>
            <ac:spMk id="3" creationId="{62E0C1BC-A100-D733-1393-4BAE4DCD2043}"/>
          </ac:spMkLst>
        </pc:spChg>
        <pc:picChg chg="add mod">
          <ac:chgData name="prashanth kota" userId="3ac6975a9cfbc560" providerId="LiveId" clId="{DF6CFABC-A7A1-4576-A0BE-1CD0FF037CDC}" dt="2026-09-04T03:50:59.105" v="285" actId="1076"/>
          <ac:picMkLst>
            <pc:docMk/>
            <pc:sldMk cId="2629913505" sldId="278"/>
            <ac:picMk id="5" creationId="{0EAB2A82-10E8-6C20-FA2E-A5C69853AB9E}"/>
          </ac:picMkLst>
        </pc:picChg>
        <pc:picChg chg="add mod">
          <ac:chgData name="prashanth kota" userId="3ac6975a9cfbc560" providerId="LiveId" clId="{DF6CFABC-A7A1-4576-A0BE-1CD0FF037CDC}" dt="2026-09-04T03:51:35.551" v="288" actId="1076"/>
          <ac:picMkLst>
            <pc:docMk/>
            <pc:sldMk cId="2629913505" sldId="278"/>
            <ac:picMk id="8" creationId="{F0468454-50E5-8B5E-CB48-76FBC16093FF}"/>
          </ac:picMkLst>
        </pc:picChg>
      </pc:sldChg>
      <pc:sldChg chg="addSp delSp modSp mod">
        <pc:chgData name="prashanth kota" userId="3ac6975a9cfbc560" providerId="LiveId" clId="{DF6CFABC-A7A1-4576-A0BE-1CD0FF037CDC}" dt="2026-09-04T04:11:37.059" v="358"/>
        <pc:sldMkLst>
          <pc:docMk/>
          <pc:sldMk cId="4072306385" sldId="279"/>
        </pc:sldMkLst>
        <pc:spChg chg="mod">
          <ac:chgData name="prashanth kota" userId="3ac6975a9cfbc560" providerId="LiveId" clId="{DF6CFABC-A7A1-4576-A0BE-1CD0FF037CDC}" dt="2026-09-04T03:15:41.767" v="246" actId="20577"/>
          <ac:spMkLst>
            <pc:docMk/>
            <pc:sldMk cId="4072306385" sldId="279"/>
            <ac:spMk id="2" creationId="{FCCAD644-9B2D-A2EC-BF4E-8E22F930EE93}"/>
          </ac:spMkLst>
        </pc:spChg>
        <pc:spChg chg="mod">
          <ac:chgData name="prashanth kota" userId="3ac6975a9cfbc560" providerId="LiveId" clId="{DF6CFABC-A7A1-4576-A0BE-1CD0FF037CDC}" dt="2026-09-04T04:11:37.059" v="358"/>
          <ac:spMkLst>
            <pc:docMk/>
            <pc:sldMk cId="4072306385" sldId="279"/>
            <ac:spMk id="3" creationId="{AE599262-47D9-59AD-C538-C9314A393121}"/>
          </ac:spMkLst>
        </pc:spChg>
        <pc:picChg chg="add mod">
          <ac:chgData name="prashanth kota" userId="3ac6975a9cfbc560" providerId="LiveId" clId="{DF6CFABC-A7A1-4576-A0BE-1CD0FF037CDC}" dt="2026-09-04T04:11:16.959" v="355" actId="1076"/>
          <ac:picMkLst>
            <pc:docMk/>
            <pc:sldMk cId="4072306385" sldId="279"/>
            <ac:picMk id="5" creationId="{64CF979F-1CD7-A24F-BC19-3DF624C33387}"/>
          </ac:picMkLst>
        </pc:picChg>
        <pc:picChg chg="add mod">
          <ac:chgData name="prashanth kota" userId="3ac6975a9cfbc560" providerId="LiveId" clId="{DF6CFABC-A7A1-4576-A0BE-1CD0FF037CDC}" dt="2026-09-04T04:11:22.932" v="357" actId="14100"/>
          <ac:picMkLst>
            <pc:docMk/>
            <pc:sldMk cId="4072306385" sldId="279"/>
            <ac:picMk id="7" creationId="{C6F3F55B-7153-AABE-8850-C09EE7EA666C}"/>
          </ac:picMkLst>
        </pc:picChg>
      </pc:sldChg>
      <pc:sldChg chg="addSp delSp modSp mod">
        <pc:chgData name="prashanth kota" userId="3ac6975a9cfbc560" providerId="LiveId" clId="{DF6CFABC-A7A1-4576-A0BE-1CD0FF037CDC}" dt="2026-09-04T04:13:33.719" v="376"/>
        <pc:sldMkLst>
          <pc:docMk/>
          <pc:sldMk cId="211324321" sldId="280"/>
        </pc:sldMkLst>
        <pc:spChg chg="mod">
          <ac:chgData name="prashanth kota" userId="3ac6975a9cfbc560" providerId="LiveId" clId="{DF6CFABC-A7A1-4576-A0BE-1CD0FF037CDC}" dt="2026-09-04T04:12:26.339" v="362"/>
          <ac:spMkLst>
            <pc:docMk/>
            <pc:sldMk cId="211324321" sldId="280"/>
            <ac:spMk id="2" creationId="{C95AB885-2688-8709-10DE-D537911D33FD}"/>
          </ac:spMkLst>
        </pc:spChg>
        <pc:spChg chg="mod">
          <ac:chgData name="prashanth kota" userId="3ac6975a9cfbc560" providerId="LiveId" clId="{DF6CFABC-A7A1-4576-A0BE-1CD0FF037CDC}" dt="2026-09-04T04:13:33.719" v="376"/>
          <ac:spMkLst>
            <pc:docMk/>
            <pc:sldMk cId="211324321" sldId="280"/>
            <ac:spMk id="3" creationId="{44E17B7A-C3C6-3142-37C1-8DD904D35D4A}"/>
          </ac:spMkLst>
        </pc:spChg>
        <pc:picChg chg="add mod">
          <ac:chgData name="prashanth kota" userId="3ac6975a9cfbc560" providerId="LiveId" clId="{DF6CFABC-A7A1-4576-A0BE-1CD0FF037CDC}" dt="2026-09-04T04:13:05.442" v="374" actId="1076"/>
          <ac:picMkLst>
            <pc:docMk/>
            <pc:sldMk cId="211324321" sldId="280"/>
            <ac:picMk id="5" creationId="{35D43D74-A947-BB81-D470-5CFADC81F5F4}"/>
          </ac:picMkLst>
        </pc:picChg>
        <pc:picChg chg="add mod">
          <ac:chgData name="prashanth kota" userId="3ac6975a9cfbc560" providerId="LiveId" clId="{DF6CFABC-A7A1-4576-A0BE-1CD0FF037CDC}" dt="2026-09-04T04:13:07.160" v="375" actId="1076"/>
          <ac:picMkLst>
            <pc:docMk/>
            <pc:sldMk cId="211324321" sldId="280"/>
            <ac:picMk id="8" creationId="{3B6307CE-D146-BF72-D878-041251FF9628}"/>
          </ac:picMkLst>
        </pc:picChg>
      </pc:sldChg>
      <pc:sldChg chg="addSp delSp modSp mod">
        <pc:chgData name="prashanth kota" userId="3ac6975a9cfbc560" providerId="LiveId" clId="{DF6CFABC-A7A1-4576-A0BE-1CD0FF037CDC}" dt="2026-09-04T04:15:18.768" v="395" actId="14100"/>
        <pc:sldMkLst>
          <pc:docMk/>
          <pc:sldMk cId="1704443848" sldId="281"/>
        </pc:sldMkLst>
        <pc:spChg chg="mod">
          <ac:chgData name="prashanth kota" userId="3ac6975a9cfbc560" providerId="LiveId" clId="{DF6CFABC-A7A1-4576-A0BE-1CD0FF037CDC}" dt="2026-09-04T04:14:03.540" v="377"/>
          <ac:spMkLst>
            <pc:docMk/>
            <pc:sldMk cId="1704443848" sldId="281"/>
            <ac:spMk id="2" creationId="{2748FC12-8F6C-E2D1-E0E0-0428FC8CBCDF}"/>
          </ac:spMkLst>
        </pc:spChg>
        <pc:spChg chg="mod">
          <ac:chgData name="prashanth kota" userId="3ac6975a9cfbc560" providerId="LiveId" clId="{DF6CFABC-A7A1-4576-A0BE-1CD0FF037CDC}" dt="2026-09-04T04:14:51.194" v="390" actId="27636"/>
          <ac:spMkLst>
            <pc:docMk/>
            <pc:sldMk cId="1704443848" sldId="281"/>
            <ac:spMk id="3" creationId="{2889F6B6-635A-9E64-FBC5-A75AD8EA8D1F}"/>
          </ac:spMkLst>
        </pc:spChg>
        <pc:picChg chg="add mod">
          <ac:chgData name="prashanth kota" userId="3ac6975a9cfbc560" providerId="LiveId" clId="{DF6CFABC-A7A1-4576-A0BE-1CD0FF037CDC}" dt="2026-09-04T04:14:54.586" v="391" actId="1076"/>
          <ac:picMkLst>
            <pc:docMk/>
            <pc:sldMk cId="1704443848" sldId="281"/>
            <ac:picMk id="5" creationId="{5C98241B-F255-C1F7-8166-B0F1BB38DE4D}"/>
          </ac:picMkLst>
        </pc:picChg>
        <pc:picChg chg="add mod">
          <ac:chgData name="prashanth kota" userId="3ac6975a9cfbc560" providerId="LiveId" clId="{DF6CFABC-A7A1-4576-A0BE-1CD0FF037CDC}" dt="2026-09-04T04:15:18.768" v="395" actId="14100"/>
          <ac:picMkLst>
            <pc:docMk/>
            <pc:sldMk cId="1704443848" sldId="281"/>
            <ac:picMk id="7" creationId="{4C0F52DE-953D-0D64-44FC-BD783E4DBA7E}"/>
          </ac:picMkLst>
        </pc:picChg>
      </pc:sldChg>
      <pc:sldChg chg="addSp delSp modSp mod">
        <pc:chgData name="prashanth kota" userId="3ac6975a9cfbc560" providerId="LiveId" clId="{DF6CFABC-A7A1-4576-A0BE-1CD0FF037CDC}" dt="2026-09-04T04:23:47.028" v="417" actId="27636"/>
        <pc:sldMkLst>
          <pc:docMk/>
          <pc:sldMk cId="2220952994" sldId="282"/>
        </pc:sldMkLst>
        <pc:spChg chg="mod">
          <ac:chgData name="prashanth kota" userId="3ac6975a9cfbc560" providerId="LiveId" clId="{DF6CFABC-A7A1-4576-A0BE-1CD0FF037CDC}" dt="2026-09-04T04:22:52.094" v="398"/>
          <ac:spMkLst>
            <pc:docMk/>
            <pc:sldMk cId="2220952994" sldId="282"/>
            <ac:spMk id="2" creationId="{DB05C9E7-8051-D0B8-96EE-242DD990BFF4}"/>
          </ac:spMkLst>
        </pc:spChg>
        <pc:spChg chg="mod">
          <ac:chgData name="prashanth kota" userId="3ac6975a9cfbc560" providerId="LiveId" clId="{DF6CFABC-A7A1-4576-A0BE-1CD0FF037CDC}" dt="2026-09-04T04:23:47.028" v="417" actId="27636"/>
          <ac:spMkLst>
            <pc:docMk/>
            <pc:sldMk cId="2220952994" sldId="282"/>
            <ac:spMk id="3" creationId="{59BF026B-0FCD-38DD-1120-F75D0B6CCB1F}"/>
          </ac:spMkLst>
        </pc:spChg>
        <pc:picChg chg="add mod">
          <ac:chgData name="prashanth kota" userId="3ac6975a9cfbc560" providerId="LiveId" clId="{DF6CFABC-A7A1-4576-A0BE-1CD0FF037CDC}" dt="2026-09-04T04:23:33.130" v="415" actId="1076"/>
          <ac:picMkLst>
            <pc:docMk/>
            <pc:sldMk cId="2220952994" sldId="282"/>
            <ac:picMk id="5" creationId="{13D86A80-D292-0E24-D192-F5555A98B5D9}"/>
          </ac:picMkLst>
        </pc:picChg>
        <pc:picChg chg="add mod">
          <ac:chgData name="prashanth kota" userId="3ac6975a9cfbc560" providerId="LiveId" clId="{DF6CFABC-A7A1-4576-A0BE-1CD0FF037CDC}" dt="2026-09-04T04:23:30.541" v="414" actId="14100"/>
          <ac:picMkLst>
            <pc:docMk/>
            <pc:sldMk cId="2220952994" sldId="282"/>
            <ac:picMk id="8" creationId="{969CD84D-F1D9-2CC7-B504-BCFD17090DD8}"/>
          </ac:picMkLst>
        </pc:picChg>
      </pc:sldChg>
      <pc:sldChg chg="addSp delSp modSp mod">
        <pc:chgData name="prashanth kota" userId="3ac6975a9cfbc560" providerId="LiveId" clId="{DF6CFABC-A7A1-4576-A0BE-1CD0FF037CDC}" dt="2026-09-04T04:27:13.438" v="451" actId="14100"/>
        <pc:sldMkLst>
          <pc:docMk/>
          <pc:sldMk cId="3031014883" sldId="283"/>
        </pc:sldMkLst>
        <pc:spChg chg="mod">
          <ac:chgData name="prashanth kota" userId="3ac6975a9cfbc560" providerId="LiveId" clId="{DF6CFABC-A7A1-4576-A0BE-1CD0FF037CDC}" dt="2026-09-04T04:26:44.085" v="431" actId="27636"/>
          <ac:spMkLst>
            <pc:docMk/>
            <pc:sldMk cId="3031014883" sldId="283"/>
            <ac:spMk id="2" creationId="{724E76E0-7A8B-FB01-55A5-337631C0AADC}"/>
          </ac:spMkLst>
        </pc:spChg>
        <pc:spChg chg="mod">
          <ac:chgData name="prashanth kota" userId="3ac6975a9cfbc560" providerId="LiveId" clId="{DF6CFABC-A7A1-4576-A0BE-1CD0FF037CDC}" dt="2026-09-04T04:27:07.472" v="449" actId="20577"/>
          <ac:spMkLst>
            <pc:docMk/>
            <pc:sldMk cId="3031014883" sldId="283"/>
            <ac:spMk id="3" creationId="{F7B5B583-A99F-DB88-D400-8DF4330CA617}"/>
          </ac:spMkLst>
        </pc:spChg>
        <pc:picChg chg="add mod">
          <ac:chgData name="prashanth kota" userId="3ac6975a9cfbc560" providerId="LiveId" clId="{DF6CFABC-A7A1-4576-A0BE-1CD0FF037CDC}" dt="2026-09-04T04:27:03.144" v="445" actId="14100"/>
          <ac:picMkLst>
            <pc:docMk/>
            <pc:sldMk cId="3031014883" sldId="283"/>
            <ac:picMk id="5" creationId="{9A010BAD-5288-B132-82A8-8995D66ED858}"/>
          </ac:picMkLst>
        </pc:picChg>
        <pc:picChg chg="add mod">
          <ac:chgData name="prashanth kota" userId="3ac6975a9cfbc560" providerId="LiveId" clId="{DF6CFABC-A7A1-4576-A0BE-1CD0FF037CDC}" dt="2026-09-04T04:27:13.438" v="451" actId="14100"/>
          <ac:picMkLst>
            <pc:docMk/>
            <pc:sldMk cId="3031014883" sldId="283"/>
            <ac:picMk id="8" creationId="{30F4A751-2F42-3891-45A0-4C3E74E9DA3D}"/>
          </ac:picMkLst>
        </pc:picChg>
      </pc:sldChg>
      <pc:sldChg chg="addSp delSp modSp mod">
        <pc:chgData name="prashanth kota" userId="3ac6975a9cfbc560" providerId="LiveId" clId="{DF6CFABC-A7A1-4576-A0BE-1CD0FF037CDC}" dt="2026-09-04T04:36:05.362" v="477" actId="14100"/>
        <pc:sldMkLst>
          <pc:docMk/>
          <pc:sldMk cId="2370889994" sldId="284"/>
        </pc:sldMkLst>
        <pc:spChg chg="mod">
          <ac:chgData name="prashanth kota" userId="3ac6975a9cfbc560" providerId="LiveId" clId="{DF6CFABC-A7A1-4576-A0BE-1CD0FF037CDC}" dt="2026-09-04T04:34:52.580" v="464" actId="20577"/>
          <ac:spMkLst>
            <pc:docMk/>
            <pc:sldMk cId="2370889994" sldId="284"/>
            <ac:spMk id="2" creationId="{D6EC40B5-98E8-BBBE-7FC1-1DB2235989DE}"/>
          </ac:spMkLst>
        </pc:spChg>
        <pc:spChg chg="mod">
          <ac:chgData name="prashanth kota" userId="3ac6975a9cfbc560" providerId="LiveId" clId="{DF6CFABC-A7A1-4576-A0BE-1CD0FF037CDC}" dt="2026-09-04T04:35:39.356" v="470" actId="20577"/>
          <ac:spMkLst>
            <pc:docMk/>
            <pc:sldMk cId="2370889994" sldId="284"/>
            <ac:spMk id="3" creationId="{DC13484C-FA5F-46CC-EDCC-AFF8FEFAF2D0}"/>
          </ac:spMkLst>
        </pc:spChg>
        <pc:picChg chg="add mod">
          <ac:chgData name="prashanth kota" userId="3ac6975a9cfbc560" providerId="LiveId" clId="{DF6CFABC-A7A1-4576-A0BE-1CD0FF037CDC}" dt="2026-09-04T04:35:50.998" v="473" actId="1076"/>
          <ac:picMkLst>
            <pc:docMk/>
            <pc:sldMk cId="2370889994" sldId="284"/>
            <ac:picMk id="5" creationId="{845B26E7-3AF3-1A0B-EC8C-9A30CB47FE9B}"/>
          </ac:picMkLst>
        </pc:picChg>
        <pc:picChg chg="add mod">
          <ac:chgData name="prashanth kota" userId="3ac6975a9cfbc560" providerId="LiveId" clId="{DF6CFABC-A7A1-4576-A0BE-1CD0FF037CDC}" dt="2026-09-04T04:36:05.362" v="477" actId="14100"/>
          <ac:picMkLst>
            <pc:docMk/>
            <pc:sldMk cId="2370889994" sldId="284"/>
            <ac:picMk id="8" creationId="{FFE548F0-4411-9306-455C-D2A37E8D6A5D}"/>
          </ac:picMkLst>
        </pc:picChg>
      </pc:sldChg>
      <pc:sldChg chg="addSp delSp modSp mod">
        <pc:chgData name="prashanth kota" userId="3ac6975a9cfbc560" providerId="LiveId" clId="{DF6CFABC-A7A1-4576-A0BE-1CD0FF037CDC}" dt="2026-09-04T04:38:00.495" v="496" actId="1076"/>
        <pc:sldMkLst>
          <pc:docMk/>
          <pc:sldMk cId="3268852529" sldId="285"/>
        </pc:sldMkLst>
        <pc:spChg chg="mod">
          <ac:chgData name="prashanth kota" userId="3ac6975a9cfbc560" providerId="LiveId" clId="{DF6CFABC-A7A1-4576-A0BE-1CD0FF037CDC}" dt="2026-09-04T04:37:35.943" v="490" actId="20577"/>
          <ac:spMkLst>
            <pc:docMk/>
            <pc:sldMk cId="3268852529" sldId="285"/>
            <ac:spMk id="2" creationId="{D56DEB21-B7A0-4902-7B71-7DD2C1D1A023}"/>
          </ac:spMkLst>
        </pc:spChg>
        <pc:spChg chg="mod">
          <ac:chgData name="prashanth kota" userId="3ac6975a9cfbc560" providerId="LiveId" clId="{DF6CFABC-A7A1-4576-A0BE-1CD0FF037CDC}" dt="2026-09-04T04:37:16.849" v="487" actId="27636"/>
          <ac:spMkLst>
            <pc:docMk/>
            <pc:sldMk cId="3268852529" sldId="285"/>
            <ac:spMk id="3" creationId="{648E3C44-7FC5-8FD7-8A96-7494C857B7C4}"/>
          </ac:spMkLst>
        </pc:spChg>
        <pc:picChg chg="add mod">
          <ac:chgData name="prashanth kota" userId="3ac6975a9cfbc560" providerId="LiveId" clId="{DF6CFABC-A7A1-4576-A0BE-1CD0FF037CDC}" dt="2026-09-04T04:37:46.334" v="493" actId="1076"/>
          <ac:picMkLst>
            <pc:docMk/>
            <pc:sldMk cId="3268852529" sldId="285"/>
            <ac:picMk id="5" creationId="{B20612EE-27A0-7D40-27D0-090CA32F9BAE}"/>
          </ac:picMkLst>
        </pc:picChg>
        <pc:picChg chg="add mod">
          <ac:chgData name="prashanth kota" userId="3ac6975a9cfbc560" providerId="LiveId" clId="{DF6CFABC-A7A1-4576-A0BE-1CD0FF037CDC}" dt="2026-09-04T04:38:00.495" v="496" actId="1076"/>
          <ac:picMkLst>
            <pc:docMk/>
            <pc:sldMk cId="3268852529" sldId="285"/>
            <ac:picMk id="8" creationId="{C158EB58-19BD-4016-9F6D-4AAE131E9A4E}"/>
          </ac:picMkLst>
        </pc:picChg>
      </pc:sldChg>
      <pc:sldChg chg="addSp delSp modSp mod">
        <pc:chgData name="prashanth kota" userId="3ac6975a9cfbc560" providerId="LiveId" clId="{DF6CFABC-A7A1-4576-A0BE-1CD0FF037CDC}" dt="2026-09-04T04:42:58.210" v="536" actId="1076"/>
        <pc:sldMkLst>
          <pc:docMk/>
          <pc:sldMk cId="1207371147" sldId="286"/>
        </pc:sldMkLst>
        <pc:spChg chg="mod">
          <ac:chgData name="prashanth kota" userId="3ac6975a9cfbc560" providerId="LiveId" clId="{DF6CFABC-A7A1-4576-A0BE-1CD0FF037CDC}" dt="2026-09-04T04:41:17.025" v="497"/>
          <ac:spMkLst>
            <pc:docMk/>
            <pc:sldMk cId="1207371147" sldId="286"/>
            <ac:spMk id="2" creationId="{67918A26-7C90-5A9F-8629-02C95669520B}"/>
          </ac:spMkLst>
        </pc:spChg>
        <pc:spChg chg="mod">
          <ac:chgData name="prashanth kota" userId="3ac6975a9cfbc560" providerId="LiveId" clId="{DF6CFABC-A7A1-4576-A0BE-1CD0FF037CDC}" dt="2026-09-04T04:42:20.050" v="528" actId="20577"/>
          <ac:spMkLst>
            <pc:docMk/>
            <pc:sldMk cId="1207371147" sldId="286"/>
            <ac:spMk id="3" creationId="{91753DD8-9A91-C6D4-A635-57634E1AE4AE}"/>
          </ac:spMkLst>
        </pc:spChg>
        <pc:picChg chg="add mod">
          <ac:chgData name="prashanth kota" userId="3ac6975a9cfbc560" providerId="LiveId" clId="{DF6CFABC-A7A1-4576-A0BE-1CD0FF037CDC}" dt="2026-09-04T04:42:49.330" v="534" actId="14100"/>
          <ac:picMkLst>
            <pc:docMk/>
            <pc:sldMk cId="1207371147" sldId="286"/>
            <ac:picMk id="5" creationId="{AD05B815-52F3-06E3-5DEA-699E03DD98B0}"/>
          </ac:picMkLst>
        </pc:picChg>
        <pc:picChg chg="add mod">
          <ac:chgData name="prashanth kota" userId="3ac6975a9cfbc560" providerId="LiveId" clId="{DF6CFABC-A7A1-4576-A0BE-1CD0FF037CDC}" dt="2026-09-04T04:42:58.210" v="536" actId="1076"/>
          <ac:picMkLst>
            <pc:docMk/>
            <pc:sldMk cId="1207371147" sldId="286"/>
            <ac:picMk id="8" creationId="{CC36DB01-97D6-0673-66FB-7E83B6D12634}"/>
          </ac:picMkLst>
        </pc:picChg>
      </pc:sldChg>
      <pc:sldChg chg="addSp delSp modSp mod">
        <pc:chgData name="prashanth kota" userId="3ac6975a9cfbc560" providerId="LiveId" clId="{DF6CFABC-A7A1-4576-A0BE-1CD0FF037CDC}" dt="2026-09-04T04:44:30.461" v="585" actId="14100"/>
        <pc:sldMkLst>
          <pc:docMk/>
          <pc:sldMk cId="213459019" sldId="287"/>
        </pc:sldMkLst>
        <pc:spChg chg="mod">
          <ac:chgData name="prashanth kota" userId="3ac6975a9cfbc560" providerId="LiveId" clId="{DF6CFABC-A7A1-4576-A0BE-1CD0FF037CDC}" dt="2026-09-04T04:43:18.470" v="539" actId="20577"/>
          <ac:spMkLst>
            <pc:docMk/>
            <pc:sldMk cId="213459019" sldId="287"/>
            <ac:spMk id="2" creationId="{74E65B22-0259-0974-E5DF-6EC5CFC63DF8}"/>
          </ac:spMkLst>
        </pc:spChg>
        <pc:spChg chg="mod">
          <ac:chgData name="prashanth kota" userId="3ac6975a9cfbc560" providerId="LiveId" clId="{DF6CFABC-A7A1-4576-A0BE-1CD0FF037CDC}" dt="2026-09-04T04:44:15.844" v="578" actId="27636"/>
          <ac:spMkLst>
            <pc:docMk/>
            <pc:sldMk cId="213459019" sldId="287"/>
            <ac:spMk id="3" creationId="{86ADDD97-E78F-439F-D2CA-6DE73EB28520}"/>
          </ac:spMkLst>
        </pc:spChg>
        <pc:picChg chg="add mod">
          <ac:chgData name="prashanth kota" userId="3ac6975a9cfbc560" providerId="LiveId" clId="{DF6CFABC-A7A1-4576-A0BE-1CD0FF037CDC}" dt="2026-09-04T04:44:30.461" v="585" actId="14100"/>
          <ac:picMkLst>
            <pc:docMk/>
            <pc:sldMk cId="213459019" sldId="287"/>
            <ac:picMk id="5" creationId="{E29EFE73-3369-54AA-463C-4ED62298A2CF}"/>
          </ac:picMkLst>
        </pc:picChg>
        <pc:picChg chg="add mod">
          <ac:chgData name="prashanth kota" userId="3ac6975a9cfbc560" providerId="LiveId" clId="{DF6CFABC-A7A1-4576-A0BE-1CD0FF037CDC}" dt="2026-09-04T04:44:27.605" v="584" actId="1076"/>
          <ac:picMkLst>
            <pc:docMk/>
            <pc:sldMk cId="213459019" sldId="287"/>
            <ac:picMk id="8" creationId="{E3A1C704-C5D5-CFEC-2F59-07F8EC36F4C1}"/>
          </ac:picMkLst>
        </pc:picChg>
      </pc:sldChg>
      <pc:sldChg chg="addSp modSp mod">
        <pc:chgData name="prashanth kota" userId="3ac6975a9cfbc560" providerId="LiveId" clId="{DF6CFABC-A7A1-4576-A0BE-1CD0FF037CDC}" dt="2026-09-04T03:00:29.142" v="53" actId="14100"/>
        <pc:sldMkLst>
          <pc:docMk/>
          <pc:sldMk cId="786937206" sldId="288"/>
        </pc:sldMkLst>
        <pc:picChg chg="mod">
          <ac:chgData name="prashanth kota" userId="3ac6975a9cfbc560" providerId="LiveId" clId="{DF6CFABC-A7A1-4576-A0BE-1CD0FF037CDC}" dt="2026-09-04T03:00:29.142" v="53" actId="14100"/>
          <ac:picMkLst>
            <pc:docMk/>
            <pc:sldMk cId="786937206" sldId="288"/>
            <ac:picMk id="5" creationId="{5483EA22-A149-1044-C74B-7C546CA37FDC}"/>
          </ac:picMkLst>
        </pc:picChg>
        <pc:picChg chg="add mod">
          <ac:chgData name="prashanth kota" userId="3ac6975a9cfbc560" providerId="LiveId" clId="{DF6CFABC-A7A1-4576-A0BE-1CD0FF037CDC}" dt="2026-09-04T03:00:21.118" v="52" actId="1076"/>
          <ac:picMkLst>
            <pc:docMk/>
            <pc:sldMk cId="786937206" sldId="288"/>
            <ac:picMk id="10" creationId="{2598F8C9-72E6-2EE4-B16D-8ECE1FB80023}"/>
          </ac:picMkLst>
        </pc:picChg>
      </pc:sldChg>
      <pc:sldChg chg="addSp modSp new mod">
        <pc:chgData name="prashanth kota" userId="3ac6975a9cfbc560" providerId="LiveId" clId="{DF6CFABC-A7A1-4576-A0BE-1CD0FF037CDC}" dt="2026-09-04T03:53:12.859" v="313" actId="1076"/>
        <pc:sldMkLst>
          <pc:docMk/>
          <pc:sldMk cId="1599122106" sldId="289"/>
        </pc:sldMkLst>
        <pc:spChg chg="mod">
          <ac:chgData name="prashanth kota" userId="3ac6975a9cfbc560" providerId="LiveId" clId="{DF6CFABC-A7A1-4576-A0BE-1CD0FF037CDC}" dt="2026-09-04T03:13:22.498" v="201" actId="113"/>
          <ac:spMkLst>
            <pc:docMk/>
            <pc:sldMk cId="1599122106" sldId="289"/>
            <ac:spMk id="2" creationId="{1C1CDD12-7C99-1501-65DB-F7588D400D48}"/>
          </ac:spMkLst>
        </pc:spChg>
        <pc:spChg chg="mod">
          <ac:chgData name="prashanth kota" userId="3ac6975a9cfbc560" providerId="LiveId" clId="{DF6CFABC-A7A1-4576-A0BE-1CD0FF037CDC}" dt="2026-09-04T03:52:58.761" v="310" actId="27636"/>
          <ac:spMkLst>
            <pc:docMk/>
            <pc:sldMk cId="1599122106" sldId="289"/>
            <ac:spMk id="3" creationId="{4853C47D-9B5B-90EA-CDE8-F133F2FAE83B}"/>
          </ac:spMkLst>
        </pc:spChg>
        <pc:picChg chg="add mod">
          <ac:chgData name="prashanth kota" userId="3ac6975a9cfbc560" providerId="LiveId" clId="{DF6CFABC-A7A1-4576-A0BE-1CD0FF037CDC}" dt="2026-09-04T03:53:08.884" v="312" actId="1076"/>
          <ac:picMkLst>
            <pc:docMk/>
            <pc:sldMk cId="1599122106" sldId="289"/>
            <ac:picMk id="5" creationId="{FAD0649D-EA86-C9EE-4D09-07194B7A3EA8}"/>
          </ac:picMkLst>
        </pc:picChg>
        <pc:picChg chg="add mod">
          <ac:chgData name="prashanth kota" userId="3ac6975a9cfbc560" providerId="LiveId" clId="{DF6CFABC-A7A1-4576-A0BE-1CD0FF037CDC}" dt="2026-09-04T03:53:12.859" v="313" actId="1076"/>
          <ac:picMkLst>
            <pc:docMk/>
            <pc:sldMk cId="1599122106" sldId="289"/>
            <ac:picMk id="7" creationId="{E51656AF-6DD4-536E-35DF-D886324299C8}"/>
          </ac:picMkLst>
        </pc:picChg>
      </pc:sldChg>
      <pc:sldChg chg="addSp modSp new mod">
        <pc:chgData name="prashanth kota" userId="3ac6975a9cfbc560" providerId="LiveId" clId="{DF6CFABC-A7A1-4576-A0BE-1CD0FF037CDC}" dt="2026-09-04T03:54:13.765" v="332" actId="1076"/>
        <pc:sldMkLst>
          <pc:docMk/>
          <pc:sldMk cId="3068163124" sldId="290"/>
        </pc:sldMkLst>
        <pc:spChg chg="mod">
          <ac:chgData name="prashanth kota" userId="3ac6975a9cfbc560" providerId="LiveId" clId="{DF6CFABC-A7A1-4576-A0BE-1CD0FF037CDC}" dt="2026-09-04T03:14:08.194" v="206" actId="1076"/>
          <ac:spMkLst>
            <pc:docMk/>
            <pc:sldMk cId="3068163124" sldId="290"/>
            <ac:spMk id="2" creationId="{BD5E105F-0B0C-89B5-C079-D74332DC1271}"/>
          </ac:spMkLst>
        </pc:spChg>
        <pc:spChg chg="mod">
          <ac:chgData name="prashanth kota" userId="3ac6975a9cfbc560" providerId="LiveId" clId="{DF6CFABC-A7A1-4576-A0BE-1CD0FF037CDC}" dt="2026-09-04T03:54:08.710" v="331" actId="27636"/>
          <ac:spMkLst>
            <pc:docMk/>
            <pc:sldMk cId="3068163124" sldId="290"/>
            <ac:spMk id="3" creationId="{59A843A8-8E33-AE77-5EB0-5B5B332227A8}"/>
          </ac:spMkLst>
        </pc:spChg>
        <pc:picChg chg="add mod">
          <ac:chgData name="prashanth kota" userId="3ac6975a9cfbc560" providerId="LiveId" clId="{DF6CFABC-A7A1-4576-A0BE-1CD0FF037CDC}" dt="2026-09-04T03:53:40.030" v="316" actId="1076"/>
          <ac:picMkLst>
            <pc:docMk/>
            <pc:sldMk cId="3068163124" sldId="290"/>
            <ac:picMk id="5" creationId="{B792A875-F45B-B3B5-EAD1-ACAAEFE95A98}"/>
          </ac:picMkLst>
        </pc:picChg>
        <pc:picChg chg="add mod">
          <ac:chgData name="prashanth kota" userId="3ac6975a9cfbc560" providerId="LiveId" clId="{DF6CFABC-A7A1-4576-A0BE-1CD0FF037CDC}" dt="2026-09-04T03:54:13.765" v="332" actId="1076"/>
          <ac:picMkLst>
            <pc:docMk/>
            <pc:sldMk cId="3068163124" sldId="290"/>
            <ac:picMk id="7" creationId="{C245D6CF-F223-CA7B-1A4F-1C02507E97EA}"/>
          </ac:picMkLst>
        </pc:picChg>
      </pc:sldChg>
      <pc:sldChg chg="addSp modSp new mod">
        <pc:chgData name="prashanth kota" userId="3ac6975a9cfbc560" providerId="LiveId" clId="{DF6CFABC-A7A1-4576-A0BE-1CD0FF037CDC}" dt="2026-09-04T04:48:19.979" v="678" actId="14100"/>
        <pc:sldMkLst>
          <pc:docMk/>
          <pc:sldMk cId="109678229" sldId="291"/>
        </pc:sldMkLst>
        <pc:spChg chg="mod">
          <ac:chgData name="prashanth kota" userId="3ac6975a9cfbc560" providerId="LiveId" clId="{DF6CFABC-A7A1-4576-A0BE-1CD0FF037CDC}" dt="2026-09-04T04:46:53.843" v="629" actId="255"/>
          <ac:spMkLst>
            <pc:docMk/>
            <pc:sldMk cId="109678229" sldId="291"/>
            <ac:spMk id="2" creationId="{EE8DBA48-BE36-0225-CEA0-257DC5EA637B}"/>
          </ac:spMkLst>
        </pc:spChg>
        <pc:spChg chg="mod">
          <ac:chgData name="prashanth kota" userId="3ac6975a9cfbc560" providerId="LiveId" clId="{DF6CFABC-A7A1-4576-A0BE-1CD0FF037CDC}" dt="2026-09-04T04:48:09.182" v="676" actId="27636"/>
          <ac:spMkLst>
            <pc:docMk/>
            <pc:sldMk cId="109678229" sldId="291"/>
            <ac:spMk id="3" creationId="{86B7E770-1EA7-34D5-CEFF-602BC5884783}"/>
          </ac:spMkLst>
        </pc:spChg>
        <pc:picChg chg="add mod">
          <ac:chgData name="prashanth kota" userId="3ac6975a9cfbc560" providerId="LiveId" clId="{DF6CFABC-A7A1-4576-A0BE-1CD0FF037CDC}" dt="2026-09-04T04:48:19.979" v="678" actId="14100"/>
          <ac:picMkLst>
            <pc:docMk/>
            <pc:sldMk cId="109678229" sldId="291"/>
            <ac:picMk id="5" creationId="{2CCAAF98-5C34-73B2-EC76-AE96BA828A22}"/>
          </ac:picMkLst>
        </pc:picChg>
        <pc:picChg chg="add mod">
          <ac:chgData name="prashanth kota" userId="3ac6975a9cfbc560" providerId="LiveId" clId="{DF6CFABC-A7A1-4576-A0BE-1CD0FF037CDC}" dt="2026-09-04T04:47:35.824" v="640" actId="14100"/>
          <ac:picMkLst>
            <pc:docMk/>
            <pc:sldMk cId="109678229" sldId="291"/>
            <ac:picMk id="7" creationId="{A92DCDAC-EED8-A182-EBA0-D99E58E754C8}"/>
          </ac:picMkLst>
        </pc:picChg>
      </pc:sldChg>
      <pc:sldChg chg="modSp new mod">
        <pc:chgData name="prashanth kota" userId="3ac6975a9cfbc560" providerId="LiveId" clId="{DF6CFABC-A7A1-4576-A0BE-1CD0FF037CDC}" dt="2026-09-07T16:30:17.824" v="1034" actId="207"/>
        <pc:sldMkLst>
          <pc:docMk/>
          <pc:sldMk cId="2009523139" sldId="292"/>
        </pc:sldMkLst>
        <pc:spChg chg="mod">
          <ac:chgData name="prashanth kota" userId="3ac6975a9cfbc560" providerId="LiveId" clId="{DF6CFABC-A7A1-4576-A0BE-1CD0FF037CDC}" dt="2026-09-07T16:30:17.824" v="1034" actId="207"/>
          <ac:spMkLst>
            <pc:docMk/>
            <pc:sldMk cId="2009523139" sldId="292"/>
            <ac:spMk id="2" creationId="{4E12EFE7-636F-4536-2717-E1C0A3521688}"/>
          </ac:spMkLst>
        </pc:spChg>
        <pc:spChg chg="mod">
          <ac:chgData name="prashanth kota" userId="3ac6975a9cfbc560" providerId="LiveId" clId="{DF6CFABC-A7A1-4576-A0BE-1CD0FF037CDC}" dt="2026-09-07T15:02:51.594" v="864" actId="27636"/>
          <ac:spMkLst>
            <pc:docMk/>
            <pc:sldMk cId="2009523139" sldId="292"/>
            <ac:spMk id="3" creationId="{A5B5B4A7-3972-8EA9-91EF-5A5AC7C96BC8}"/>
          </ac:spMkLst>
        </pc:spChg>
      </pc:sldChg>
      <pc:sldChg chg="modSp new mod">
        <pc:chgData name="prashanth kota" userId="3ac6975a9cfbc560" providerId="LiveId" clId="{DF6CFABC-A7A1-4576-A0BE-1CD0FF037CDC}" dt="2026-09-07T16:31:20.520" v="1036" actId="207"/>
        <pc:sldMkLst>
          <pc:docMk/>
          <pc:sldMk cId="2040769270" sldId="293"/>
        </pc:sldMkLst>
        <pc:spChg chg="mod">
          <ac:chgData name="prashanth kota" userId="3ac6975a9cfbc560" providerId="LiveId" clId="{DF6CFABC-A7A1-4576-A0BE-1CD0FF037CDC}" dt="2026-09-07T16:31:20.520" v="1036" actId="207"/>
          <ac:spMkLst>
            <pc:docMk/>
            <pc:sldMk cId="2040769270" sldId="293"/>
            <ac:spMk id="2" creationId="{848E21B2-5A43-6E9B-A8D4-DBC7D056248D}"/>
          </ac:spMkLst>
        </pc:spChg>
        <pc:spChg chg="mod">
          <ac:chgData name="prashanth kota" userId="3ac6975a9cfbc560" providerId="LiveId" clId="{DF6CFABC-A7A1-4576-A0BE-1CD0FF037CDC}" dt="2026-09-07T16:29:02.920" v="1031" actId="20577"/>
          <ac:spMkLst>
            <pc:docMk/>
            <pc:sldMk cId="2040769270" sldId="293"/>
            <ac:spMk id="3" creationId="{98646D5B-A25F-E47C-50BF-1B081AA4545C}"/>
          </ac:spMkLst>
        </pc:spChg>
      </pc:sldChg>
      <pc:sldChg chg="modSp new mod">
        <pc:chgData name="prashanth kota" userId="3ac6975a9cfbc560" providerId="LiveId" clId="{DF6CFABC-A7A1-4576-A0BE-1CD0FF037CDC}" dt="2026-09-07T16:27:37.549" v="1025" actId="20577"/>
        <pc:sldMkLst>
          <pc:docMk/>
          <pc:sldMk cId="3735804618" sldId="294"/>
        </pc:sldMkLst>
        <pc:spChg chg="mod">
          <ac:chgData name="prashanth kota" userId="3ac6975a9cfbc560" providerId="LiveId" clId="{DF6CFABC-A7A1-4576-A0BE-1CD0FF037CDC}" dt="2026-09-07T16:27:29.647" v="1023" actId="207"/>
          <ac:spMkLst>
            <pc:docMk/>
            <pc:sldMk cId="3735804618" sldId="294"/>
            <ac:spMk id="2" creationId="{1687CF56-4CD8-24ED-C84F-8B570BE7DBBA}"/>
          </ac:spMkLst>
        </pc:spChg>
        <pc:spChg chg="mod">
          <ac:chgData name="prashanth kota" userId="3ac6975a9cfbc560" providerId="LiveId" clId="{DF6CFABC-A7A1-4576-A0BE-1CD0FF037CDC}" dt="2026-09-07T16:27:37.549" v="1025" actId="20577"/>
          <ac:spMkLst>
            <pc:docMk/>
            <pc:sldMk cId="3735804618" sldId="294"/>
            <ac:spMk id="3" creationId="{EB0051E9-D306-CB93-C587-7307D95BF56F}"/>
          </ac:spMkLst>
        </pc:spChg>
      </pc:sldChg>
      <pc:sldChg chg="addSp modSp new mod">
        <pc:chgData name="prashanth kota" userId="3ac6975a9cfbc560" providerId="LiveId" clId="{DF6CFABC-A7A1-4576-A0BE-1CD0FF037CDC}" dt="2026-09-07T17:28:41.735" v="1113" actId="14100"/>
        <pc:sldMkLst>
          <pc:docMk/>
          <pc:sldMk cId="666093348" sldId="295"/>
        </pc:sldMkLst>
        <pc:spChg chg="mod">
          <ac:chgData name="prashanth kota" userId="3ac6975a9cfbc560" providerId="LiveId" clId="{DF6CFABC-A7A1-4576-A0BE-1CD0FF037CDC}" dt="2026-09-07T17:28:41.735" v="1113" actId="14100"/>
          <ac:spMkLst>
            <pc:docMk/>
            <pc:sldMk cId="666093348" sldId="295"/>
            <ac:spMk id="2" creationId="{DEBCA850-B1B1-9A82-0A0A-92C477924231}"/>
          </ac:spMkLst>
        </pc:spChg>
        <pc:spChg chg="mod">
          <ac:chgData name="prashanth kota" userId="3ac6975a9cfbc560" providerId="LiveId" clId="{DF6CFABC-A7A1-4576-A0BE-1CD0FF037CDC}" dt="2026-09-07T17:27:38.498" v="1096" actId="20577"/>
          <ac:spMkLst>
            <pc:docMk/>
            <pc:sldMk cId="666093348" sldId="295"/>
            <ac:spMk id="3" creationId="{A7D8D942-4BCA-AF04-E151-191262CC2753}"/>
          </ac:spMkLst>
        </pc:spChg>
        <pc:picChg chg="add mod">
          <ac:chgData name="prashanth kota" userId="3ac6975a9cfbc560" providerId="LiveId" clId="{DF6CFABC-A7A1-4576-A0BE-1CD0FF037CDC}" dt="2026-09-07T17:27:55.480" v="1100" actId="1076"/>
          <ac:picMkLst>
            <pc:docMk/>
            <pc:sldMk cId="666093348" sldId="295"/>
            <ac:picMk id="5" creationId="{29305759-4039-2576-B42A-D7530353A8B8}"/>
          </ac:picMkLst>
        </pc:picChg>
        <pc:picChg chg="add mod">
          <ac:chgData name="prashanth kota" userId="3ac6975a9cfbc560" providerId="LiveId" clId="{DF6CFABC-A7A1-4576-A0BE-1CD0FF037CDC}" dt="2026-09-07T17:28:14.536" v="1107" actId="1076"/>
          <ac:picMkLst>
            <pc:docMk/>
            <pc:sldMk cId="666093348" sldId="295"/>
            <ac:picMk id="7" creationId="{3F629CC4-243E-359F-B900-C963A22BB8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24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800" b="1" dirty="0"/>
              <a:t>HOSPITAL PATIENT CARE OPERATIONS ANALYTICS</a:t>
            </a:r>
            <a:endParaRPr lang="en-AE" sz="28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r>
              <a:rPr lang="en-AE" sz="1600" b="1" dirty="0">
                <a:latin typeface="+mj-lt"/>
                <a:cs typeface="Times New Roman" panose="02020603050405020304" pitchFamily="18" charset="0"/>
              </a:rPr>
              <a:t>A</a:t>
            </a:r>
            <a:r>
              <a:rPr lang="en-AE" sz="1600" b="1" i="0" u="none" strike="noStrike" cap="none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Arial"/>
              </a:rPr>
              <a:t> DATABASE USING MYSQL</a:t>
            </a:r>
          </a:p>
          <a:p>
            <a:pPr lvl="0" algn="ctr">
              <a:buSzPts val="1800"/>
            </a:pPr>
            <a:endParaRPr lang="en-AE" sz="1200" b="1" i="0" u="none" strike="noStrike" cap="none" dirty="0">
              <a:solidFill>
                <a:srgbClr val="000000"/>
              </a:solidFill>
              <a:latin typeface="+mj-lt"/>
              <a:cs typeface="Times New Roman" panose="02020603050405020304" pitchFamily="18" charset="0"/>
              <a:sym typeface="Arial"/>
            </a:endParaRPr>
          </a:p>
          <a:p>
            <a:pPr lvl="0" algn="ctr">
              <a:buSzPts val="1800"/>
            </a:pPr>
            <a:endParaRPr lang="en-AE" sz="12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endParaRPr lang="en-AE" sz="20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r>
              <a:rPr lang="en-AE" sz="1600" b="1" dirty="0">
                <a:latin typeface="+mj-lt"/>
                <a:cs typeface="Times New Roman" panose="02020603050405020304" pitchFamily="18" charset="0"/>
              </a:rPr>
              <a:t>PRESENTED BY :</a:t>
            </a:r>
          </a:p>
          <a:p>
            <a:pPr lvl="0" algn="ctr">
              <a:buSzPts val="1800"/>
            </a:pPr>
            <a:r>
              <a:rPr lang="en-AE" sz="2000" b="1" dirty="0">
                <a:latin typeface="+mj-lt"/>
                <a:cs typeface="Times New Roman" panose="02020603050405020304" pitchFamily="18" charset="0"/>
              </a:rPr>
              <a:t>KOTA PRASHANTH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23E7-956F-8AB7-3D16-6508DC3B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65472"/>
            <a:ext cx="11041625" cy="757083"/>
          </a:xfrm>
        </p:spPr>
        <p:txBody>
          <a:bodyPr/>
          <a:lstStyle/>
          <a:p>
            <a:pPr algn="ctr"/>
            <a:r>
              <a:rPr lang="en-IN" b="1">
                <a:solidFill>
                  <a:srgbClr val="002060"/>
                </a:solidFill>
              </a:rPr>
              <a:t>ABOUT ME </a:t>
            </a:r>
            <a:endParaRPr lang="en-AE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FB6-E19D-11CC-9600-E85D348C6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022555"/>
            <a:ext cx="11041625" cy="512260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AE" sz="2000" b="1" dirty="0">
                <a:latin typeface="+mj-lt"/>
              </a:rPr>
              <a:t>KOTA PRASHANTH YADAV</a:t>
            </a:r>
          </a:p>
          <a:p>
            <a:pPr marL="114300" indent="0">
              <a:buNone/>
            </a:pPr>
            <a:r>
              <a:rPr lang="en-AE" sz="2000" b="1" dirty="0">
                <a:latin typeface="+mj-lt"/>
              </a:rPr>
              <a:t>B-TECH</a:t>
            </a:r>
          </a:p>
          <a:p>
            <a:pPr marL="114300" indent="0">
              <a:buNone/>
            </a:pPr>
            <a:r>
              <a:rPr lang="en-AE" sz="20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j-lt"/>
                <a:cs typeface="Times New Roman"/>
              </a:rPr>
              <a:t>DATA SCIENCE</a:t>
            </a:r>
          </a:p>
          <a:p>
            <a:pPr marL="114300" indent="0">
              <a:buNone/>
            </a:pPr>
            <a:endParaRPr lang="en-US" sz="20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j-lt"/>
              <a:cs typeface="Times New Roman"/>
            </a:endParaRPr>
          </a:p>
          <a:p>
            <a:pPr marL="114300" indent="0">
              <a:buNone/>
            </a:pP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Work Experience </a:t>
            </a:r>
            <a:r>
              <a:rPr lang="en-US" sz="20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:  </a:t>
            </a: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Fresher</a:t>
            </a:r>
          </a:p>
          <a:p>
            <a:pPr marL="114300" indent="0">
              <a:buNone/>
            </a:pPr>
            <a:endParaRPr lang="en-US" sz="20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LinkedIn :</a:t>
            </a:r>
          </a:p>
          <a:p>
            <a:pPr marL="114300" indent="0">
              <a:buNone/>
            </a:pPr>
            <a:endParaRPr lang="en-US" sz="18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AE" sz="2400" b="1" dirty="0">
                <a:latin typeface="+mn-lt"/>
              </a:rPr>
              <a:t>GitHub  : </a:t>
            </a:r>
            <a:endParaRPr lang="en-IN" sz="1800" dirty="0">
              <a:latin typeface="+mn-lt"/>
            </a:endParaRPr>
          </a:p>
          <a:p>
            <a:pPr marL="114300" indent="0">
              <a:buNone/>
            </a:pPr>
            <a:endParaRPr lang="en-AE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82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CF56-4CD8-24ED-C84F-8B570BE7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430" y="375139"/>
            <a:ext cx="10515600" cy="62523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  <a:latin typeface="+mj-lt"/>
              </a:rPr>
              <a:t>Introduction &amp; Why This Project? :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051E9-D306-CB93-C587-7307D95BF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0369"/>
            <a:ext cx="10515600" cy="5176594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IN" sz="2900" b="1" dirty="0"/>
              <a:t>Introduction </a:t>
            </a:r>
          </a:p>
          <a:p>
            <a:pPr lvl="0"/>
            <a:r>
              <a:rPr lang="en-IN" sz="2400" dirty="0"/>
              <a:t>SQL-based hospital operations analytics project </a:t>
            </a:r>
          </a:p>
          <a:p>
            <a:pPr lvl="0"/>
            <a:r>
              <a:rPr lang="en-IN" sz="2400" dirty="0"/>
              <a:t>Relational database designed using MySQL </a:t>
            </a:r>
          </a:p>
          <a:p>
            <a:pPr lvl="0"/>
            <a:r>
              <a:rPr lang="en-IN" sz="2400" dirty="0"/>
              <a:t>Analysis of patient and appointment activities </a:t>
            </a:r>
          </a:p>
          <a:p>
            <a:pPr lvl="0"/>
            <a:r>
              <a:rPr lang="en-IN" sz="2400" dirty="0"/>
              <a:t>Evaluates treatment performance </a:t>
            </a:r>
          </a:p>
          <a:p>
            <a:pPr lvl="0"/>
            <a:r>
              <a:rPr lang="en-IN" sz="2400" dirty="0"/>
              <a:t>Examines doctor workload and room utilization </a:t>
            </a:r>
          </a:p>
          <a:p>
            <a:pPr lvl="0"/>
            <a:r>
              <a:rPr lang="en-IN" sz="2400" dirty="0"/>
              <a:t>Converts operational data into meaningful insights</a:t>
            </a:r>
          </a:p>
          <a:p>
            <a:pPr marL="114300" indent="0">
              <a:buNone/>
            </a:pPr>
            <a:endParaRPr lang="en-US" sz="2400" dirty="0">
              <a:solidFill>
                <a:schemeClr val="tx1"/>
              </a:solidFill>
              <a:cs typeface="Times New Roman"/>
            </a:endParaRPr>
          </a:p>
          <a:p>
            <a:pPr marL="114300" indent="0">
              <a:buNone/>
            </a:pPr>
            <a:r>
              <a:rPr lang="en-IN" b="1" dirty="0"/>
              <a:t>Why This Project? </a:t>
            </a:r>
            <a:endParaRPr lang="en-IN" dirty="0"/>
          </a:p>
          <a:p>
            <a:pPr lvl="0"/>
            <a:r>
              <a:rPr lang="en-IN" dirty="0"/>
              <a:t>Hospitals generate large amounts of operational data </a:t>
            </a:r>
          </a:p>
          <a:p>
            <a:pPr lvl="0"/>
            <a:r>
              <a:rPr lang="en-IN" dirty="0"/>
              <a:t>Raw data is difficult to </a:t>
            </a:r>
            <a:r>
              <a:rPr lang="en-IN" dirty="0" err="1"/>
              <a:t>analyze</a:t>
            </a:r>
            <a:r>
              <a:rPr lang="en-IN" dirty="0"/>
              <a:t> manually </a:t>
            </a:r>
          </a:p>
          <a:p>
            <a:pPr lvl="0"/>
            <a:r>
              <a:rPr lang="en-IN" dirty="0"/>
              <a:t>Patient demand varies across categories </a:t>
            </a:r>
          </a:p>
          <a:p>
            <a:pPr lvl="0"/>
            <a:r>
              <a:rPr lang="en-IN" dirty="0"/>
              <a:t>Waiting time and treatment efficiency need monitoring </a:t>
            </a:r>
          </a:p>
          <a:p>
            <a:pPr lvl="0"/>
            <a:r>
              <a:rPr lang="en-IN" dirty="0"/>
              <a:t>Doctor and room workloads can differ </a:t>
            </a:r>
          </a:p>
          <a:p>
            <a:pPr lvl="0"/>
            <a:r>
              <a:rPr lang="en-IN" dirty="0"/>
              <a:t>Cancellations, no-shows and rescheduling affect operations </a:t>
            </a:r>
          </a:p>
          <a:p>
            <a:pPr lvl="0"/>
            <a:r>
              <a:rPr lang="en-IN" dirty="0"/>
              <a:t>SQL helps convert data into actionable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80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839-4FF5-3F94-8727-DA1CA6C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5470"/>
            <a:ext cx="10972800" cy="101272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300" b="1" dirty="0">
                <a:solidFill>
                  <a:srgbClr val="002060"/>
                </a:solidFill>
                <a:latin typeface="+mn-lt"/>
              </a:rPr>
              <a:t>OBJECTIVE OF THE PROJECT :</a:t>
            </a:r>
            <a:br>
              <a:rPr lang="en-IN" sz="3300" b="1" dirty="0">
                <a:solidFill>
                  <a:srgbClr val="FF0000"/>
                </a:solidFill>
              </a:rPr>
            </a:br>
            <a:endParaRPr lang="en-AE" sz="33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52B1-A46E-88BA-65EE-8D7F46D9C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090" y="1278194"/>
            <a:ext cx="10776155" cy="4555678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To </a:t>
            </a:r>
            <a:r>
              <a:rPr lang="en-IN" sz="2400" b="1" dirty="0" err="1"/>
              <a:t>analyze</a:t>
            </a:r>
            <a:r>
              <a:rPr lang="en-IN" sz="2400" b="1" dirty="0"/>
              <a:t> patient and appointment demand</a:t>
            </a:r>
            <a:r>
              <a:rPr lang="en-IN" sz="2400" dirty="0"/>
              <a:t> based on cities, patient types, service types, priorities, and booking channels. </a:t>
            </a:r>
          </a:p>
          <a:p>
            <a:pPr lvl="0"/>
            <a:r>
              <a:rPr lang="en-IN" sz="2400" b="1" dirty="0"/>
              <a:t>To understand patient appointment </a:t>
            </a:r>
            <a:r>
              <a:rPr lang="en-IN" sz="2400" b="1" dirty="0" err="1"/>
              <a:t>behavior</a:t>
            </a:r>
            <a:r>
              <a:rPr lang="en-IN" sz="2400" dirty="0"/>
              <a:t> by identifying repeated appointments and comparing patient activity across different categories. </a:t>
            </a:r>
          </a:p>
          <a:p>
            <a:pPr lvl="0"/>
            <a:r>
              <a:rPr lang="en-IN" sz="2400" b="1" dirty="0"/>
              <a:t>To evaluate treatment performance</a:t>
            </a:r>
            <a:r>
              <a:rPr lang="en-IN" sz="2400" dirty="0"/>
              <a:t> using treatment duration, waiting time, treatment attempts, and treatment outcomes. </a:t>
            </a:r>
          </a:p>
          <a:p>
            <a:pPr lvl="0"/>
            <a:r>
              <a:rPr lang="en-IN" sz="2400" b="1" dirty="0"/>
              <a:t>To </a:t>
            </a:r>
            <a:r>
              <a:rPr lang="en-IN" sz="2400" b="1" dirty="0" err="1"/>
              <a:t>analyze</a:t>
            </a:r>
            <a:r>
              <a:rPr lang="en-IN" sz="2400" b="1" dirty="0"/>
              <a:t> doctor and room performance</a:t>
            </a:r>
            <a:r>
              <a:rPr lang="en-IN" sz="2400" dirty="0"/>
              <a:t> by examining doctor workload, ratings, room usage, and equipment utilization. </a:t>
            </a:r>
          </a:p>
          <a:p>
            <a:pPr lvl="0"/>
            <a:r>
              <a:rPr lang="en-IN" sz="2400" b="1" dirty="0"/>
              <a:t>To identify operational problems and generate business insights</a:t>
            </a:r>
            <a:r>
              <a:rPr lang="en-IN" sz="2400" dirty="0"/>
              <a:t> related to cancellations, no-shows, rescheduling, waiting times, and treatment outcomes to support data-driven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6941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E73C-CD18-0D81-B07F-5232825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-285135"/>
            <a:ext cx="11277601" cy="167148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002060"/>
                </a:solidFill>
              </a:rPr>
              <a:t>Database Structure : </a:t>
            </a:r>
            <a:br>
              <a:rPr lang="en-IN" b="1" dirty="0"/>
            </a:b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66A4-0A7C-E0C0-5083-EDA37EE7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303" y="747252"/>
            <a:ext cx="11375924" cy="54297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dirty="0"/>
              <a:t>DATABASE =  “</a:t>
            </a:r>
            <a:r>
              <a:rPr lang="en-IN" sz="2000" b="1" dirty="0"/>
              <a:t>CAREPLUS_HSPTL</a:t>
            </a:r>
            <a:r>
              <a:rPr lang="en-IN" sz="2000" dirty="0"/>
              <a:t>”</a:t>
            </a:r>
          </a:p>
          <a:p>
            <a:pPr marL="114300" indent="0">
              <a:buNone/>
            </a:pPr>
            <a:r>
              <a:rPr lang="en-IN" sz="2000" dirty="0"/>
              <a:t>TABLES AND THEIR DETAILS ARE AS FOLLOWS: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2000" dirty="0"/>
              <a:t>The database contains five major relational tables: PATIENTS, ROOMS, DOCTERS, APPOINTMENTS, and TREATMENTS. </a:t>
            </a:r>
          </a:p>
          <a:p>
            <a:pPr marL="114300" indent="0">
              <a:buNone/>
            </a:pPr>
            <a:r>
              <a:rPr lang="en-IN" sz="2000" dirty="0"/>
              <a:t>Connected with Primary And Foreign keys.</a:t>
            </a:r>
            <a:endParaRPr lang="en-AE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5D7113-332A-735B-CCB1-8A2FEB69C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4937"/>
              </p:ext>
            </p:extLst>
          </p:nvPr>
        </p:nvGraphicFramePr>
        <p:xfrm>
          <a:off x="540773" y="1641987"/>
          <a:ext cx="11110453" cy="3049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5527">
                  <a:extLst>
                    <a:ext uri="{9D8B030D-6E8A-4147-A177-3AD203B41FA5}">
                      <a16:colId xmlns:a16="http://schemas.microsoft.com/office/drawing/2014/main" val="2910288480"/>
                    </a:ext>
                  </a:extLst>
                </a:gridCol>
                <a:gridCol w="6674926">
                  <a:extLst>
                    <a:ext uri="{9D8B030D-6E8A-4147-A177-3AD203B41FA5}">
                      <a16:colId xmlns:a16="http://schemas.microsoft.com/office/drawing/2014/main" val="1983924693"/>
                    </a:ext>
                  </a:extLst>
                </a:gridCol>
              </a:tblGrid>
              <a:tr h="45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607403"/>
                  </a:ext>
                </a:extLst>
              </a:tr>
              <a:tr h="519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PATIENT_ID,PATIENT_NAME, AGE, GENDER, CITY, PATIENT_TYPE, PREFERRED_TIME_SLOT,REGISTRATION DATE.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633674"/>
                  </a:ext>
                </a:extLst>
              </a:tr>
              <a:tr h="519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ROOM_ID,ROOM_TYPE,FLOOR,EQUPIMENT_TYPE,CAPACITY,LAST_MAINTAINANCE_DATE,IS_AVAILABLE.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071788"/>
                  </a:ext>
                </a:extLst>
              </a:tr>
              <a:tr h="45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DOCTER_ID,DOCTER_NAME,SPECIATLITY,HIRE_DATE,RATING,EMPLOYMENT_TYPE,IS_ACTIVE.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230753"/>
                  </a:ext>
                </a:extLst>
              </a:tr>
              <a:tr h="45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APPOINTMENTS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APPOINTMENTS_ID,PATIENT_ID,APPOINTMENT_DATE,DOCTER_ID,SERVICE_TYPE,PRIORITY,ESTIMATED_COST,BOOKING_CHANNEL.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838535"/>
                  </a:ext>
                </a:extLst>
              </a:tr>
              <a:tr h="612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TREATMENTS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TREATMENT_ID,DOCTER_ID,APPOINTMENT_ID,ROOM_ID,ACTUAL_TREATMENT_DATE,TREATMENT_ATTEMPT.TREATMENT_DURATION_MIN,WAITING_TIME_MIN,TREATMENT_COST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73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23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EED3-B30A-BC78-0F7E-CD859EE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3271684" cy="88490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+mn-lt"/>
              </a:rPr>
              <a:t>ER-DIAGRAM : </a:t>
            </a:r>
            <a:endParaRPr lang="en-AE" sz="3600" b="1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8BD47-DD61-B4CA-E8EB-5E9BA8BC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032387"/>
            <a:ext cx="10626213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21B2-5A43-6E9B-A8D4-DBC7D056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431" y="365125"/>
            <a:ext cx="10515600" cy="478937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002060"/>
                </a:solidFill>
                <a:latin typeface="+mn-lt"/>
              </a:rPr>
              <a:t>PROBLEM STATEMENT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46D5B-A25F-E47C-50BF-1B081AA45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4062"/>
            <a:ext cx="10515600" cy="5332901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/>
              <a:t>Hospitals generate large volumes of operational data. </a:t>
            </a:r>
          </a:p>
          <a:p>
            <a:pPr lvl="0"/>
            <a:r>
              <a:rPr lang="en-IN" dirty="0"/>
              <a:t>Raw data alone does not clearly show operational performance. </a:t>
            </a:r>
          </a:p>
          <a:p>
            <a:pPr lvl="0"/>
            <a:r>
              <a:rPr lang="en-IN" dirty="0"/>
              <a:t>Difficult to identify: </a:t>
            </a:r>
          </a:p>
          <a:p>
            <a:pPr lvl="1"/>
            <a:r>
              <a:rPr lang="en-IN" dirty="0"/>
              <a:t>Patient and appointment demand </a:t>
            </a:r>
          </a:p>
          <a:p>
            <a:pPr lvl="1"/>
            <a:r>
              <a:rPr lang="en-IN" dirty="0"/>
              <a:t>High-demand services and priorities </a:t>
            </a:r>
          </a:p>
          <a:p>
            <a:pPr lvl="1"/>
            <a:r>
              <a:rPr lang="en-IN" dirty="0"/>
              <a:t>Patient appointment behaviour </a:t>
            </a:r>
          </a:p>
          <a:p>
            <a:pPr lvl="1"/>
            <a:r>
              <a:rPr lang="en-IN" dirty="0"/>
              <a:t>Treatment waiting time and duration </a:t>
            </a:r>
          </a:p>
          <a:p>
            <a:pPr lvl="1"/>
            <a:r>
              <a:rPr lang="en-IN" dirty="0"/>
              <a:t>Doctor workload </a:t>
            </a:r>
          </a:p>
          <a:p>
            <a:pPr lvl="1"/>
            <a:r>
              <a:rPr lang="en-IN" dirty="0"/>
              <a:t>Room and equipment utilization </a:t>
            </a:r>
          </a:p>
          <a:p>
            <a:pPr lvl="1"/>
            <a:r>
              <a:rPr lang="en-IN" dirty="0"/>
              <a:t>Cancellations, no-shows and rescheduling </a:t>
            </a:r>
          </a:p>
          <a:p>
            <a:pPr lvl="1"/>
            <a:r>
              <a:rPr lang="en-IN" dirty="0"/>
              <a:t>Multiple treatment attempts </a:t>
            </a:r>
          </a:p>
          <a:p>
            <a:pPr lvl="0"/>
            <a:r>
              <a:rPr lang="en-IN" dirty="0"/>
              <a:t>Need a structured SQL-based system to </a:t>
            </a:r>
            <a:r>
              <a:rPr lang="en-IN" dirty="0" err="1"/>
              <a:t>analyze</a:t>
            </a:r>
            <a:r>
              <a:rPr lang="en-IN" dirty="0"/>
              <a:t> data and generate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204076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6572-44CD-E72F-11AE-FDCD3A20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5" y="188450"/>
            <a:ext cx="10908631" cy="129622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Key Analysis Questions :</a:t>
            </a:r>
            <a:br>
              <a:rPr lang="en-IN" sz="2800" b="1" dirty="0">
                <a:solidFill>
                  <a:srgbClr val="FF0000"/>
                </a:solidFill>
              </a:rPr>
            </a:br>
            <a:br>
              <a:rPr lang="en-AE" sz="2800" b="1" dirty="0"/>
            </a:br>
            <a:r>
              <a:rPr lang="en-AE" sz="2800" b="1" dirty="0"/>
              <a:t>1. </a:t>
            </a:r>
            <a:r>
              <a:rPr lang="en-US" sz="2800" b="1" dirty="0"/>
              <a:t> Understand Patient and Appointment Demand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54BB7-72DC-B53C-6BBF-96A76DCD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644" y="1484672"/>
            <a:ext cx="10908631" cy="4705816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9600" b="1" dirty="0"/>
              <a:t>●  Compare appointment volume across cities.</a:t>
            </a:r>
          </a:p>
          <a:p>
            <a:pPr marL="114300" indent="0">
              <a:buNone/>
            </a:pPr>
            <a:r>
              <a:rPr lang="en-AE" sz="9600" b="1" dirty="0"/>
              <a:t>Query : </a:t>
            </a:r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r>
              <a:rPr lang="en-AE" sz="9600" b="1" dirty="0"/>
              <a:t>Output :</a:t>
            </a:r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algn="just"/>
            <a:endParaRPr lang="en-IN" sz="9600" b="1" dirty="0"/>
          </a:p>
          <a:p>
            <a:pPr marL="114300" indent="0" algn="just">
              <a:buNone/>
            </a:pPr>
            <a:r>
              <a:rPr lang="en-US" sz="9600" b="1" dirty="0"/>
              <a:t>● </a:t>
            </a:r>
            <a:r>
              <a:rPr lang="en-IN" sz="9600" b="1" dirty="0"/>
              <a:t>City-wise demand:</a:t>
            </a:r>
            <a:r>
              <a:rPr lang="en-IN" sz="9600" dirty="0"/>
              <a:t> Appointment volume varies across cities, indicating that some locations have higher patient demand and may require greater operational capacity.</a:t>
            </a:r>
            <a:endParaRPr lang="en-AE" sz="9600" b="1" dirty="0"/>
          </a:p>
          <a:p>
            <a:pPr marL="114300" indent="0">
              <a:buNone/>
            </a:pPr>
            <a:endParaRPr lang="en-AE" sz="5100" b="1" dirty="0"/>
          </a:p>
          <a:p>
            <a:pPr marL="114300" indent="0">
              <a:buNone/>
            </a:pPr>
            <a:endParaRPr lang="en-AE" sz="5100" b="1" dirty="0"/>
          </a:p>
          <a:p>
            <a:pPr marL="114300" indent="0">
              <a:buNone/>
            </a:pPr>
            <a:r>
              <a:rPr lang="en-AE" sz="2400" b="1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54A03-8DD0-7B56-56E1-74F82DC46277}"/>
              </a:ext>
            </a:extLst>
          </p:cNvPr>
          <p:cNvSpPr txBox="1"/>
          <p:nvPr/>
        </p:nvSpPr>
        <p:spPr>
          <a:xfrm>
            <a:off x="1818968" y="197996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SELECT P.CITY, </a:t>
            </a:r>
          </a:p>
          <a:p>
            <a:r>
              <a:rPr lang="en-IN" sz="1200" dirty="0"/>
              <a:t>COUNT(A.APPOINTMENT_ID) AS APPOINTMENT_VOLUME </a:t>
            </a:r>
          </a:p>
          <a:p>
            <a:r>
              <a:rPr lang="en-IN" sz="1200" dirty="0"/>
              <a:t>FROM PATIENTS P JOIN APPOINTMENTS A</a:t>
            </a:r>
          </a:p>
          <a:p>
            <a:r>
              <a:rPr lang="en-IN" sz="1200" dirty="0"/>
              <a:t>ON P.PATIENT_ID = A.PATIENT_ID</a:t>
            </a:r>
          </a:p>
          <a:p>
            <a:r>
              <a:rPr lang="en-IN" sz="1200" dirty="0"/>
              <a:t>GROUP BY P.CITY ORDER BY APPOINTMENT_VOLUME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39073-8EAE-45BB-2E68-0F3981F3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41" y="3264310"/>
            <a:ext cx="4049136" cy="20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5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66CA-ECA2-E515-4A9C-743AFF70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431"/>
            <a:ext cx="10515600" cy="771834"/>
          </a:xfrm>
        </p:spPr>
        <p:txBody>
          <a:bodyPr>
            <a:normAutofit/>
          </a:bodyPr>
          <a:lstStyle/>
          <a:p>
            <a:r>
              <a:rPr lang="en-US" sz="2800" b="1" dirty="0"/>
              <a:t>● Compare appointments across service types and priorities.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3E14F-2A27-B95B-167A-7C360075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1213"/>
            <a:ext cx="10515600" cy="5043947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b="1" dirty="0"/>
              <a:t>Query : 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Output : 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lvl="0" algn="just"/>
            <a:endParaRPr lang="en-IN" sz="2400" b="1" dirty="0"/>
          </a:p>
          <a:p>
            <a:pPr lvl="0" algn="just"/>
            <a:endParaRPr lang="en-IN" sz="2400" b="1" dirty="0"/>
          </a:p>
          <a:p>
            <a:pPr lvl="0" algn="just"/>
            <a:r>
              <a:rPr lang="en-IN" sz="2400" b="1" dirty="0"/>
              <a:t>Service &amp; priority:</a:t>
            </a:r>
            <a:r>
              <a:rPr lang="en-IN" sz="2400" dirty="0"/>
              <a:t> Appointment demand differs across service types and priority levels, helping identify high-demand services and priority categories.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8CAAC-562E-D0DA-EE2A-3FECCF31B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245" y="1305109"/>
            <a:ext cx="5994516" cy="1575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9443C6-4800-514F-3189-40284032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11" y="3173487"/>
            <a:ext cx="4993249" cy="188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3AE0-4C00-227B-162D-69080CAF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lang="en-US" sz="2800" b="1" dirty="0"/>
              <a:t>●  Examine appointment volume over time.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5DD7B-9A26-0858-FC72-8457DEE2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368"/>
            <a:ext cx="10515600" cy="4971975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marL="114300" indent="0" algn="just">
              <a:buNone/>
            </a:pPr>
            <a:endParaRPr lang="en-IN" sz="2400" b="1" dirty="0"/>
          </a:p>
          <a:p>
            <a:pPr marL="114300" indent="0" algn="just">
              <a:buNone/>
            </a:pPr>
            <a:r>
              <a:rPr lang="en-US" sz="2400" b="1" dirty="0"/>
              <a:t>● </a:t>
            </a:r>
            <a:r>
              <a:rPr lang="en-IN" sz="2400" b="1" dirty="0"/>
              <a:t>Time trends:</a:t>
            </a:r>
            <a:r>
              <a:rPr lang="en-IN" sz="2400" dirty="0"/>
              <a:t> Appointment volume changes over time, highlighting periods of higher or lower patient demand for better resource planning.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4C335-192C-35B5-89DA-E974C54E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57" y="1317521"/>
            <a:ext cx="6325611" cy="19762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9CE11B-704A-0FD5-28A5-F1F78B94E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801" y="3293806"/>
            <a:ext cx="4363059" cy="197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80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C510-4B11-8C97-E577-11B9C1F0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9611"/>
          </a:xfrm>
        </p:spPr>
        <p:txBody>
          <a:bodyPr>
            <a:normAutofit/>
          </a:bodyPr>
          <a:lstStyle/>
          <a:p>
            <a:r>
              <a:rPr lang="en-US" sz="2800" b="1" dirty="0"/>
              <a:t>● Compare estimated appointment value across patient types.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D875D-1F1A-6548-18DC-07EDA0C5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 </a:t>
            </a:r>
          </a:p>
          <a:p>
            <a:pPr algn="just"/>
            <a:r>
              <a:rPr lang="en-IN" sz="2400" b="1" dirty="0"/>
              <a:t>Patient type:</a:t>
            </a:r>
            <a:r>
              <a:rPr lang="en-IN" sz="2400" dirty="0"/>
              <a:t> General, Corporate, and Insurance patients contribute different levels of estimated appointment value, showing differences in their business contribution.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915B3-D0F2-14A7-CA22-65F9971A6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691" y="1061884"/>
            <a:ext cx="6058746" cy="1752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E2E5CF-1B9E-3154-3C3A-D5CF0568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852" y="2981877"/>
            <a:ext cx="4315427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41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87AB-B107-7E26-4F28-A36B9F96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634"/>
          </a:xfrm>
        </p:spPr>
        <p:txBody>
          <a:bodyPr>
            <a:noAutofit/>
          </a:bodyPr>
          <a:lstStyle/>
          <a:p>
            <a:br>
              <a:rPr lang="en-AE" sz="2800" b="1" dirty="0"/>
            </a:br>
            <a:r>
              <a:rPr lang="en-US" sz="2800" b="1" dirty="0"/>
              <a:t>●  Examine booking channels and their contribution to demand.</a:t>
            </a:r>
            <a:br>
              <a:rPr lang="en-AE" sz="2800" b="1" dirty="0"/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F70D-0C9D-85AB-B68B-87F2E40D5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041"/>
            <a:ext cx="10515600" cy="498528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marL="114300" indent="0" algn="just">
              <a:buNone/>
            </a:pPr>
            <a:r>
              <a:rPr lang="en-IN" sz="2400" b="1" dirty="0"/>
              <a:t>. Booking channels:</a:t>
            </a:r>
            <a:r>
              <a:rPr lang="en-IN" sz="2400" dirty="0"/>
              <a:t> Appointment demand is distributed across multiple booking channels, helping identify the channels most frequently used by patients.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81CF7-1C68-5915-B705-CD0F4EC7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48" y="1203395"/>
            <a:ext cx="5715798" cy="1571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4021EB-10FF-70C4-1912-A279F507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248" y="2769593"/>
            <a:ext cx="4353533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49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7195-8253-4510-AE57-137BAD87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690372"/>
          </a:xfrm>
        </p:spPr>
        <p:txBody>
          <a:bodyPr>
            <a:normAutofit fontScale="90000"/>
          </a:bodyPr>
          <a:lstStyle/>
          <a:p>
            <a:br>
              <a:rPr lang="en-AE" sz="3100" b="1" dirty="0">
                <a:solidFill>
                  <a:srgbClr val="FF0000"/>
                </a:solidFill>
              </a:rPr>
            </a:br>
            <a:r>
              <a:rPr lang="en-AE" sz="3100" b="1" dirty="0">
                <a:solidFill>
                  <a:srgbClr val="002060"/>
                </a:solidFill>
              </a:rPr>
              <a:t>2. </a:t>
            </a:r>
            <a:r>
              <a:rPr lang="en-US" sz="3100" b="1" dirty="0">
                <a:solidFill>
                  <a:srgbClr val="002060"/>
                </a:solidFill>
              </a:rPr>
              <a:t>Understand Patient Appointment </a:t>
            </a:r>
            <a:r>
              <a:rPr lang="en-US" sz="3100" b="1" dirty="0" err="1">
                <a:solidFill>
                  <a:srgbClr val="002060"/>
                </a:solidFill>
              </a:rPr>
              <a:t>Behaviour</a:t>
            </a:r>
            <a:br>
              <a:rPr lang="en-AE" sz="2800" b="1" dirty="0">
                <a:solidFill>
                  <a:srgbClr val="FF0000"/>
                </a:solidFill>
              </a:rPr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DAA65-321B-4A31-5E75-6E6B35DA9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7407"/>
            <a:ext cx="10515600" cy="511051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● Compare patients by number of appointments 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AE" sz="2400" b="1" dirty="0"/>
              <a:t>Query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algn="just"/>
            <a:endParaRPr lang="en-AE" sz="2400" dirty="0"/>
          </a:p>
          <a:p>
            <a:pPr algn="just"/>
            <a:endParaRPr lang="en-US" sz="2400" dirty="0"/>
          </a:p>
          <a:p>
            <a:pPr algn="just"/>
            <a:r>
              <a:rPr lang="en-IN" sz="2400" b="1" dirty="0"/>
              <a:t>Appointment frequency:</a:t>
            </a:r>
            <a:r>
              <a:rPr lang="en-IN" sz="2400" dirty="0"/>
              <a:t> Some patients show higher appointment activity, indicating a group of more frequently engaged patients.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1ECB4-2C3D-B951-3C3C-F6021B5B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254" y="1806678"/>
            <a:ext cx="3943900" cy="1709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EB2D8F-6E07-9E95-FB43-457FDA9A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254" y="3657600"/>
            <a:ext cx="4363059" cy="170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68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EB21-B098-D0CA-1780-101D831D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19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●  Identify patients with higher cumulative estimated appointment value.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00A9-C174-F9CC-B2E7-8DC05C39F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90140"/>
            <a:ext cx="10515600" cy="534351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r>
              <a:rPr lang="en-IN" sz="2400" b="1" dirty="0"/>
              <a:t>Cumulative value:</a:t>
            </a:r>
            <a:r>
              <a:rPr lang="en-IN" sz="2400" dirty="0"/>
              <a:t> Patients with multiple appointments can contribute higher cumulative estimated appointment value, making them important for understanding patient demand.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8C515-DE2C-DF41-FA34-A6B1DA1F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42" y="1012722"/>
            <a:ext cx="7587126" cy="1622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FCEDCE-6DA5-7B90-CBDC-D1DA792B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442" y="2757627"/>
            <a:ext cx="6162677" cy="20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8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0A4F-BECB-0C14-6EDA-D329CBC1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>
            <a:normAutofit/>
          </a:bodyPr>
          <a:lstStyle/>
          <a:p>
            <a:r>
              <a:rPr lang="en-US" sz="2800" b="1" dirty="0"/>
              <a:t>Compare patient activity across cities.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850E1-C41A-3599-11E0-064B66AC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1288"/>
            <a:ext cx="10515600" cy="5065776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City-wise activity:</a:t>
            </a:r>
            <a:r>
              <a:rPr lang="en-IN" sz="2400" dirty="0"/>
              <a:t> Patient appointment activity varies across cities, highlighting differences in patient engagement and healthcare demand.</a:t>
            </a:r>
            <a:endParaRPr lang="en-A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5929C-D004-1EA1-D8C2-EA37E0EAA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67" y="1161288"/>
            <a:ext cx="5286819" cy="1837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606218-9593-5021-0641-CED2FDCB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67" y="3115290"/>
            <a:ext cx="4372585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7F0A-E943-6E0A-6822-0A77FC3A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r>
              <a:rPr lang="en-US" sz="2800" b="1" dirty="0"/>
              <a:t>● Compare General, Corporate, and Insurance patients.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F8F5-CF46-CE24-343C-D6EA8EE2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865"/>
            <a:ext cx="10515600" cy="4938098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r>
              <a:rPr lang="en-IN" sz="2400" b="1" dirty="0"/>
              <a:t>Patient type:</a:t>
            </a:r>
            <a:r>
              <a:rPr lang="en-IN" sz="2400" dirty="0"/>
              <a:t> General, Corporate, and Insurance patients show different appointment activity patterns, helping understand the behaviour of each patient segment.</a:t>
            </a:r>
            <a:endParaRPr lang="en-A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BA4DD-D3E1-C5FE-BF80-AB4B9717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9" y="1238865"/>
            <a:ext cx="6339790" cy="2015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E2624D-8C6C-B8E7-BDC2-C6322650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79" y="3350342"/>
            <a:ext cx="6058746" cy="175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32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CDD6-6B84-2FF4-5386-FE04BE09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● Examine patient booking patterns over time.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B8892-CAD7-98F4-CA3E-6C0A8B68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57084"/>
            <a:ext cx="10515600" cy="541987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IN" dirty="0"/>
              <a:t>QUERRY :                                                                   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OUTPUT: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Booking trends:</a:t>
            </a:r>
            <a:r>
              <a:rPr lang="en-IN" dirty="0"/>
              <a:t> Patient booking activity changes over time, helping identify periods of increased or reduced patient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3EA22-A149-1044-C74B-7C546CA37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45" y="757084"/>
            <a:ext cx="7509387" cy="2153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98F8C9-72E6-2EE4-B16D-8ECE1FB8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45" y="3142940"/>
            <a:ext cx="5020376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37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B2AD-8BE9-E445-ED6E-449BFAD2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30"/>
            <a:ext cx="10515600" cy="74725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 Evaluate Treatment Performance :</a:t>
            </a:r>
            <a:endParaRPr lang="en-AE" sz="28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9270-1DD2-A4FA-F77B-EF6A1933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157943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● Compare treatment outcomes across cities. </a:t>
            </a:r>
          </a:p>
          <a:p>
            <a:pPr marL="114300" indent="0">
              <a:buNone/>
            </a:pPr>
            <a:r>
              <a:rPr lang="en-AE" sz="2400" b="1" dirty="0">
                <a:solidFill>
                  <a:schemeClr val="tx1"/>
                </a:solidFill>
              </a:rPr>
              <a:t>Query : </a:t>
            </a: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AE" sz="2400" b="1" dirty="0">
                <a:solidFill>
                  <a:schemeClr val="tx1"/>
                </a:solidFill>
              </a:rPr>
              <a:t>Output :</a:t>
            </a: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r>
              <a:rPr lang="en-IN" sz="2400" b="1" dirty="0"/>
              <a:t>. City-wise outcomes:</a:t>
            </a:r>
            <a:r>
              <a:rPr lang="en-IN" sz="2400" dirty="0"/>
              <a:t> Treatment performance varies across cities, with differences in treatment activity and outcome patterns.</a:t>
            </a:r>
            <a:endParaRPr lang="en-AE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44E42-D965-E9A5-F3F0-68D6DA68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62" y="1478051"/>
            <a:ext cx="5447280" cy="1546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1AE8F9-AC0E-E56F-35A1-B1611D686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062" y="3141262"/>
            <a:ext cx="575390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4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16D0-C731-8614-6B38-62214DDE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lang="en-US" sz="2800" b="1" dirty="0"/>
              <a:t>● Examine treatment duration and waiting time.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3538D-2782-87CC-7566-A15A00D1D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8535" y="1061884"/>
            <a:ext cx="10515600" cy="522093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 algn="just">
              <a:buNone/>
            </a:pPr>
            <a:endParaRPr lang="en-IN" sz="2400" b="1" dirty="0"/>
          </a:p>
          <a:p>
            <a:pPr marL="114300" indent="0" algn="just">
              <a:buNone/>
            </a:pPr>
            <a:r>
              <a:rPr lang="en-IN" sz="2400" b="1" dirty="0"/>
              <a:t>. Duration &amp; waiting time:</a:t>
            </a:r>
            <a:r>
              <a:rPr lang="en-IN" sz="2400" dirty="0"/>
              <a:t> Treatment duration and patient waiting time vary across treatments, highlighting opportunities to improve operational efficiency.</a:t>
            </a:r>
            <a:endParaRPr lang="en-A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A1560-1130-580D-1990-A141899C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97" y="1061884"/>
            <a:ext cx="6296904" cy="1981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7256AC-42C4-DBE0-609C-45521ECEE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097" y="3175201"/>
            <a:ext cx="5973009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28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C5E3-F52A-355F-682A-A9B05DFA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● Compare Completed, Cancelled, No-Show, Rescheduled, and In Progress outcomes.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0C1BC-A100-D733-1393-4BAE4DCD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1213"/>
            <a:ext cx="10515600" cy="5075750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r>
              <a:rPr lang="en-IN" sz="2400" b="1" dirty="0"/>
              <a:t>Treatment outcomes:</a:t>
            </a:r>
            <a:r>
              <a:rPr lang="en-IN" sz="2400" dirty="0"/>
              <a:t> Completed, Cancelled, No-Show, Rescheduled, and In Progress treatments show different frequencies, helping identify the most common outcomes.</a:t>
            </a:r>
            <a:endParaRPr lang="en-A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B2A82-10E8-6C20-FA2E-A5C69853A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4" y="1101213"/>
            <a:ext cx="7306695" cy="1533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468454-50E5-8B5E-CB48-76FBC160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504" y="2786979"/>
            <a:ext cx="574437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13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DD12-7C99-1501-65DB-F7588D400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227475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● </a:t>
            </a:r>
            <a:r>
              <a:rPr lang="en-US" sz="2800" b="1" dirty="0"/>
              <a:t>Identify areas with higher treatment activity or poorer outcomes.</a:t>
            </a:r>
            <a:endParaRPr lang="en-IN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C47D-9B5B-90EA-CDE8-F133F2FAE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39097"/>
            <a:ext cx="10515600" cy="5537866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dirty="0"/>
              <a:t>QUERY: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OUTPUT: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Problem areas:</a:t>
            </a:r>
            <a:r>
              <a:rPr lang="en-IN" dirty="0"/>
              <a:t> Cities or service areas with higher treatment activity and a greater number of negative outcomes require closer operational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0649D-EA86-C9EE-4D09-07194B7A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521" y="639097"/>
            <a:ext cx="6582694" cy="2330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1656AF-6DD4-536E-35DF-D88632429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521" y="3143710"/>
            <a:ext cx="6401693" cy="199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2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105F-0B0C-89B5-C079-D74332DC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266802"/>
            <a:ext cx="10515600" cy="559107"/>
          </a:xfrm>
        </p:spPr>
        <p:txBody>
          <a:bodyPr>
            <a:normAutofit/>
          </a:bodyPr>
          <a:lstStyle/>
          <a:p>
            <a:r>
              <a:rPr lang="en-US" sz="3200" b="1" dirty="0"/>
              <a:t>● Compare treatment performance over time.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843A8-8E33-AE77-5EB0-5B5B33222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723" y="825909"/>
            <a:ext cx="10722077" cy="5351054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dirty="0"/>
              <a:t>QUERY: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OUTPUT: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Performance over time:</a:t>
            </a:r>
            <a:r>
              <a:rPr lang="en-IN" dirty="0"/>
              <a:t> Treatment activity, duration, and waiting time change over time, helping management identify performance trends and periods requiring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2A875-F45B-B3B5-EAD1-ACAAEFE9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42" y="825909"/>
            <a:ext cx="6258798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5D6CF-F223-CA7B-1A4F-1C02507E9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842" y="2781911"/>
            <a:ext cx="664937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6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D644-9B2D-A2EC-BF4E-8E22F930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181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 Understand Doctor and Room Performance</a:t>
            </a:r>
            <a:endParaRPr lang="en-AE" sz="28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99262-47D9-59AD-C538-C9314A393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25910"/>
            <a:ext cx="10515600" cy="539790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● Compare the number of treatments handled by doctors. </a:t>
            </a:r>
          </a:p>
          <a:p>
            <a:pPr marL="114300" indent="0">
              <a:buNone/>
            </a:pPr>
            <a:r>
              <a:rPr lang="en-AE" sz="2400" b="1" dirty="0"/>
              <a:t>Query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algn="just"/>
            <a:r>
              <a:rPr lang="en-IN" sz="2400" b="1" dirty="0"/>
              <a:t>Doctor workload:</a:t>
            </a:r>
            <a:r>
              <a:rPr lang="en-IN" sz="2400" dirty="0"/>
              <a:t> The number of treatments handled varies across doctors, highlighting differences in workload and treatment activity.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F979F-1CD7-A24F-BC19-3DF624C3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07" y="1307141"/>
            <a:ext cx="4372585" cy="1891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3F55B-7153-AABE-8850-C09EE7EA6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559" y="3429000"/>
            <a:ext cx="5906324" cy="177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06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B885-2688-8709-10DE-D537911D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894735"/>
          </a:xfrm>
        </p:spPr>
        <p:txBody>
          <a:bodyPr>
            <a:noAutofit/>
          </a:bodyPr>
          <a:lstStyle/>
          <a:p>
            <a:r>
              <a:rPr lang="en-US" sz="2800" b="1" dirty="0"/>
              <a:t>● Compare doctor performance across treatment outcomes.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17B7A-C3C6-3142-37C1-8DD904D3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US" sz="2400" dirty="0"/>
          </a:p>
          <a:p>
            <a:pPr algn="just"/>
            <a:r>
              <a:rPr lang="en-IN" sz="2400" b="1" dirty="0"/>
              <a:t>Doctor outcomes:</a:t>
            </a:r>
            <a:r>
              <a:rPr lang="en-IN" sz="2400" dirty="0"/>
              <a:t> Treatment outcomes differ across doctors, helping identify variations in completed, cancelled, no-show, and other treatment statuses.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43D74-A947-BB81-D470-5CFADC81F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305" y="3259932"/>
            <a:ext cx="5753903" cy="1591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6307CE-D146-BF72-D878-041251FF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804" y="1081548"/>
            <a:ext cx="5572903" cy="17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FC12-8F6C-E2D1-E0E0-0428FC8C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7"/>
            <a:ext cx="10515600" cy="766916"/>
          </a:xfrm>
        </p:spPr>
        <p:txBody>
          <a:bodyPr>
            <a:normAutofit/>
          </a:bodyPr>
          <a:lstStyle/>
          <a:p>
            <a:r>
              <a:rPr lang="en-US" sz="2800" b="1" dirty="0"/>
              <a:t>● Examine treatment duration across doctors.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9F6B6-635A-9E64-FBC5-A75AD8EA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04568"/>
            <a:ext cx="10515600" cy="5272395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r>
              <a:rPr lang="en-IN" sz="2400" b="1" dirty="0"/>
              <a:t>Treatment duration:</a:t>
            </a:r>
            <a:r>
              <a:rPr lang="en-IN" sz="2400" dirty="0"/>
              <a:t> Average treatment duration varies between doctors, providing insights into differences in treatment workload and operational efficiency.</a:t>
            </a:r>
            <a:endParaRPr lang="en-A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8241B-F255-C1F7-8166-B0F1BB38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980" y="904568"/>
            <a:ext cx="5868219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F52DE-953D-0D64-44FC-BD783E4D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475" y="3072116"/>
            <a:ext cx="7401958" cy="218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43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C9E7-8051-D0B8-96EE-242DD990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lang="en-US" sz="2800" b="1" dirty="0"/>
              <a:t>●  Compare room usage across room types and equipment types.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026B-0FCD-38DD-1120-F75D0B6CC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3561"/>
            <a:ext cx="10515600" cy="521340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  <a:r>
              <a:rPr lang="en-IN" sz="2400" dirty="0"/>
              <a:t>  </a:t>
            </a:r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r>
              <a:rPr lang="en-IN" sz="2400" b="1" dirty="0"/>
              <a:t>Room &amp; equipment usage:</a:t>
            </a:r>
            <a:r>
              <a:rPr lang="en-IN" sz="2400" dirty="0"/>
              <a:t> Room utilization differs across room types and equipment types, helping identify frequently used and less-used resources.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86A80-D292-0E24-D192-F5555A98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21" y="2947213"/>
            <a:ext cx="5744377" cy="2295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9CD84D-F1D9-2CC7-B504-BCFD1709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21" y="1105229"/>
            <a:ext cx="3820058" cy="165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52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76E0-7A8B-FB01-55A5-337631C0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1287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● Evaluate treatment performance across rooms.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5B583-A99F-DB88-D400-8DF4330C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96414"/>
            <a:ext cx="10515600" cy="53805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r>
              <a:rPr lang="en-IN" sz="2400" b="1" dirty="0"/>
              <a:t>Room performance:</a:t>
            </a:r>
            <a:r>
              <a:rPr lang="en-IN" sz="2400" dirty="0"/>
              <a:t> Treatment duration and waiting time vary across rooms, indicating opportunities to improve room allocation and operational efficiency.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10BAD-5288-B132-82A8-8995D66ED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62" y="796413"/>
            <a:ext cx="6201640" cy="1948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F4A751-2F42-3891-45A0-4C3E74E9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762" y="2815610"/>
            <a:ext cx="8230749" cy="211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1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40B5-98E8-BBBE-7FC1-1DB22359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5. Identify Treatment and Appointment Problems</a:t>
            </a:r>
            <a:endParaRPr lang="en-AE" sz="28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3484C-FA5F-46CC-EDCC-AFF8FEFAF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6"/>
            <a:ext cx="10515600" cy="5105247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● Identify appointments requiring multiple treatment attempts.</a:t>
            </a:r>
          </a:p>
          <a:p>
            <a:pPr marL="114300" indent="0">
              <a:buNone/>
            </a:pPr>
            <a:r>
              <a:rPr lang="en-AE" sz="2400" b="1" dirty="0"/>
              <a:t>Query :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algn="just"/>
            <a:r>
              <a:rPr lang="en-IN" sz="2400" b="1" dirty="0"/>
              <a:t>Multiple attempts:</a:t>
            </a:r>
            <a:r>
              <a:rPr lang="en-IN" sz="2400" dirty="0"/>
              <a:t> Some appointments require more than one treatment attempt, indicating cases that may need additional operational attention.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B26E7-3AF3-1A0B-EC8C-9A30CB47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920" y="1636204"/>
            <a:ext cx="6344535" cy="1704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E548F0-4411-9306-455C-D2A37E8D6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920" y="3517491"/>
            <a:ext cx="6716062" cy="179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89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EB21-B7A0-4902-7B71-7DD2C1D1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0"/>
            <a:ext cx="10515600" cy="825909"/>
          </a:xfrm>
        </p:spPr>
        <p:txBody>
          <a:bodyPr>
            <a:normAutofit/>
          </a:bodyPr>
          <a:lstStyle/>
          <a:p>
            <a:r>
              <a:rPr lang="en-US" sz="2800" b="1" dirty="0"/>
              <a:t>● Find common problem statuses and patterns.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E3C44-7FC5-8FD7-8A96-7494C857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65239"/>
            <a:ext cx="10515600" cy="5311725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r>
              <a:rPr lang="en-IN" sz="2400" b="1" dirty="0"/>
              <a:t>Problem statuses:</a:t>
            </a:r>
            <a:r>
              <a:rPr lang="en-IN" sz="2400" dirty="0"/>
              <a:t> Cancellations, no-shows, and rescheduling represent key operational issues that can affect treatment efficiency and resource utilization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612EE-27A0-7D40-27D0-090CA32F9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152" y="919515"/>
            <a:ext cx="4639322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58EB58-19BD-4016-9F6D-4AAE131E9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152" y="2867515"/>
            <a:ext cx="5744377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52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8A26-7C90-5A9F-8629-02C95669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295"/>
          </a:xfrm>
        </p:spPr>
        <p:txBody>
          <a:bodyPr>
            <a:normAutofit/>
          </a:bodyPr>
          <a:lstStyle/>
          <a:p>
            <a:r>
              <a:rPr lang="en-US" sz="2800" b="1" dirty="0"/>
              <a:t>● Compare waiting time for appointments with multiple attempts.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53DD8-9A91-C6D4-A635-57634E1A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9420"/>
            <a:ext cx="10515600" cy="5137543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 algn="just">
              <a:buNone/>
            </a:pPr>
            <a:endParaRPr lang="en-IN" sz="2400" b="1" dirty="0"/>
          </a:p>
          <a:p>
            <a:pPr marL="114300" indent="0" algn="just">
              <a:buNone/>
            </a:pPr>
            <a:endParaRPr lang="en-US" sz="2400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marL="114300" indent="0" algn="just">
              <a:buNone/>
            </a:pPr>
            <a:r>
              <a:rPr lang="en-IN" sz="2400" b="1" dirty="0"/>
              <a:t>. Waiting time:</a:t>
            </a:r>
            <a:r>
              <a:rPr lang="en-IN" sz="2400" dirty="0"/>
              <a:t> Comparing waiting times between single- and multiple-attempt treatments can reveal whether repeated attempts are associated with longer patient waiting times.</a:t>
            </a:r>
            <a:r>
              <a:rPr lang="en-US" sz="2400" dirty="0"/>
              <a:t>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5B815-52F3-06E3-5DEA-699E03DD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50" y="3429000"/>
            <a:ext cx="7466091" cy="1683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36DB01-97D6-0673-66FB-7E83B6D1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850" y="1201407"/>
            <a:ext cx="9040487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71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5B22-0259-0974-E5DF-6EC5CFC6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6982"/>
          </a:xfrm>
        </p:spPr>
        <p:txBody>
          <a:bodyPr>
            <a:noAutofit/>
          </a:bodyPr>
          <a:lstStyle/>
          <a:p>
            <a:r>
              <a:rPr lang="en-US" sz="2800" b="1" dirty="0"/>
              <a:t>● Identify cities or service types with more cancellations, no-shows, or rescheduling.</a:t>
            </a: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DDD97-E78F-439F-D2CA-6DE73EB28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9188"/>
            <a:ext cx="10515600" cy="4886436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r>
              <a:rPr lang="en-IN" sz="2400" b="1" dirty="0"/>
              <a:t>City &amp; service patterns:</a:t>
            </a:r>
            <a:r>
              <a:rPr lang="en-IN" sz="2400" dirty="0"/>
              <a:t> Differences in cancellations, no-shows, and rescheduling across cities or service types can help identify areas requiring operational improvement.</a:t>
            </a:r>
            <a:endParaRPr lang="en-A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EFE73-3369-54AA-463C-4ED62298A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506" y="1249188"/>
            <a:ext cx="6668431" cy="2042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A1C704-C5D5-CFEC-2F59-07F8EC36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506" y="3429000"/>
            <a:ext cx="6087325" cy="183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9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BA48-BE36-0225-CEA0-257DC5EA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Autofit/>
          </a:bodyPr>
          <a:lstStyle/>
          <a:p>
            <a:r>
              <a:rPr lang="en-US" sz="2400" b="1" dirty="0"/>
              <a:t>● Investigate whether priority level is associated with waiting time or treatment outcomes.</a:t>
            </a:r>
            <a:endParaRPr lang="en-IN" sz="2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7E770-1EA7-34D5-CEFF-602BC5884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9535"/>
            <a:ext cx="10515600" cy="4977428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IN" dirty="0"/>
              <a:t>QUERY: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OUTPUT: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. Priority analysis:</a:t>
            </a:r>
            <a:r>
              <a:rPr lang="en-IN" dirty="0"/>
              <a:t> Comparing priority levels with waiting time and treatment outcomes can help determine whether higher-priority appointments receive different operational treatment.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AAF98-5C34-73B2-EC76-AE96BA82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178" y="3516401"/>
            <a:ext cx="5915851" cy="1684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2DCDAC-EED8-A182-EBA0-D99E58E75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178" y="1199535"/>
            <a:ext cx="4667901" cy="222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A850-B1B1-9A82-0A0A-92C47792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072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</a:rPr>
              <a:t>● Treatment Duration and waiting time:</a:t>
            </a:r>
            <a:endParaRPr lang="en-IN" sz="28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8D942-4BCA-AF04-E151-191262CC2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Query 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This insight helps to understand the overall treatment efficiency and variation in patient waiting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05759-4039-2576-B42A-D7530353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9" y="3683169"/>
            <a:ext cx="848994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29CC4-243E-359F-B900-C963A22BB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859" y="1445846"/>
            <a:ext cx="7461023" cy="203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93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EFE7-636F-4536-2717-E1C0A352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246" y="601785"/>
            <a:ext cx="10515600" cy="367323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rgbClr val="002060"/>
                </a:solidFill>
                <a:latin typeface="+mj-lt"/>
              </a:rPr>
              <a:t>Key Insights &amp; Recommendations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B4A7-3972-8EA9-91EF-5A5AC7C96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1631"/>
            <a:ext cx="10515600" cy="514533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Analyzed patient demand across cities, service types, priorities, and booking channels. </a:t>
            </a:r>
          </a:p>
          <a:p>
            <a:r>
              <a:rPr lang="en-US" dirty="0"/>
              <a:t>Identified frequent and high-value patients based on appointment activity and estimated appointment value. </a:t>
            </a:r>
          </a:p>
          <a:p>
            <a:r>
              <a:rPr lang="en-US" dirty="0"/>
              <a:t>Evaluated treatment performance using treatment outcomes, waiting time, and treatment duration. </a:t>
            </a:r>
          </a:p>
          <a:p>
            <a:r>
              <a:rPr lang="en-US" dirty="0"/>
              <a:t>Compared doctor workload and performance based on treatments handled and recorded ratings. </a:t>
            </a:r>
          </a:p>
          <a:p>
            <a:r>
              <a:rPr lang="en-US" dirty="0"/>
              <a:t>Analyzed room and equipment utilization across different treatment activities. </a:t>
            </a:r>
          </a:p>
          <a:p>
            <a:r>
              <a:rPr lang="en-US" dirty="0"/>
              <a:t>Identified operational problems such as cancellations, no-shows, rescheduling, and multiple treatment attempts</a:t>
            </a:r>
          </a:p>
          <a:p>
            <a:r>
              <a:rPr lang="en-US" dirty="0"/>
              <a:t>Improve resource allocation by assigning doctors, rooms, and equipment based on demand and utilization patterns. </a:t>
            </a:r>
          </a:p>
          <a:p>
            <a:r>
              <a:rPr lang="en-US" dirty="0"/>
              <a:t>Reduce patient waiting time by identifying services and time periods with higher waiting times. </a:t>
            </a:r>
          </a:p>
          <a:p>
            <a:r>
              <a:rPr lang="en-US" dirty="0"/>
              <a:t>Focus on frequent and high-value patients to improve patient engagement and service experience. </a:t>
            </a:r>
          </a:p>
          <a:p>
            <a:r>
              <a:rPr lang="en-US" dirty="0"/>
              <a:t>Reduce cancellations and no-shows through better appointment management and follow-up processes. </a:t>
            </a:r>
          </a:p>
          <a:p>
            <a:r>
              <a:rPr lang="en-US" dirty="0"/>
              <a:t>Review multiple-treatment cases to identify possible process issues and improve treatment efficiency. </a:t>
            </a:r>
          </a:p>
          <a:p>
            <a:r>
              <a:rPr lang="en-US" dirty="0"/>
              <a:t>Monitor doctor and room performance regularly to identify workload imbalances and improve overall hospital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523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08A1-FBA9-8545-8E85-BD0FEB4B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365126"/>
            <a:ext cx="11041625" cy="103105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+mn-lt"/>
              </a:rPr>
              <a:t>Challenges / Experiences:</a:t>
            </a:r>
            <a:endParaRPr lang="en-AE" sz="40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B7BDD-C2A8-9493-A219-27D52575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103" y="1268361"/>
            <a:ext cx="11041625" cy="4916129"/>
          </a:xfrm>
        </p:spPr>
        <p:txBody>
          <a:bodyPr>
            <a:normAutofit/>
          </a:bodyPr>
          <a:lstStyle/>
          <a:p>
            <a:r>
              <a:rPr lang="en-IN" sz="2400" dirty="0"/>
              <a:t>Understanding relationships between tables. </a:t>
            </a:r>
          </a:p>
          <a:p>
            <a:pPr lvl="0"/>
            <a:r>
              <a:rPr lang="en-IN" sz="2400" dirty="0"/>
              <a:t>Writing joins across multiple tables. </a:t>
            </a:r>
          </a:p>
          <a:p>
            <a:pPr lvl="0"/>
            <a:r>
              <a:rPr lang="en-IN" sz="2400" dirty="0"/>
              <a:t>Using aggregation functions correctly </a:t>
            </a:r>
          </a:p>
          <a:p>
            <a:pPr lvl="0"/>
            <a:r>
              <a:rPr lang="en-AE" sz="2400" dirty="0"/>
              <a:t>Learned real-time database design</a:t>
            </a:r>
          </a:p>
          <a:p>
            <a:pPr lvl="0"/>
            <a:r>
              <a:rPr lang="en-IN" sz="2400" dirty="0"/>
              <a:t>Converting business requirements into SQL queries. </a:t>
            </a:r>
          </a:p>
          <a:p>
            <a:pPr lvl="0"/>
            <a:r>
              <a:rPr lang="en-IN" sz="2400" dirty="0"/>
              <a:t>Interpreting SQL results from an operational perspective.</a:t>
            </a:r>
            <a:endParaRPr lang="en-AE" sz="2400" dirty="0"/>
          </a:p>
          <a:p>
            <a:pPr lvl="0" algn="just"/>
            <a:r>
              <a:rPr lang="en-US" sz="2400" dirty="0"/>
              <a:t>Converting query results into business insights</a:t>
            </a:r>
          </a:p>
          <a:p>
            <a:pPr lvl="0" algn="just"/>
            <a:r>
              <a:rPr lang="en-US" sz="2400" dirty="0"/>
              <a:t>Providing data-driven recommendations for hospital management</a:t>
            </a:r>
          </a:p>
          <a:p>
            <a:pPr lvl="0" algn="just"/>
            <a:r>
              <a:rPr lang="en-AE" sz="2400" dirty="0"/>
              <a:t>These challenges were solved using Primary Keys, Foreign Keys, JOIN operations, GROUP BY, SUM(), AVG(), and COUNT() functions.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46460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CF24-C824-E6BA-F6CA-3368B97F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365126"/>
            <a:ext cx="10962968" cy="893404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+mn-lt"/>
              </a:rPr>
              <a:t>Conclusion : </a:t>
            </a:r>
            <a:endParaRPr lang="en-AE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A55F5-26D8-F60A-1417-65019175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189704"/>
            <a:ext cx="10962968" cy="4866968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The project successfully uses MySQL and SQL to </a:t>
            </a:r>
            <a:r>
              <a:rPr lang="en-IN" sz="2400" dirty="0" err="1"/>
              <a:t>analyze</a:t>
            </a:r>
            <a:r>
              <a:rPr lang="en-IN" sz="2400" dirty="0"/>
              <a:t> hospital patient-care operations and convert relational data into meaningful insights. </a:t>
            </a:r>
          </a:p>
          <a:p>
            <a:pPr lvl="0"/>
            <a:r>
              <a:rPr lang="en-IN" sz="2400" dirty="0"/>
              <a:t>Patient and appointment analysis helps understand demand, booking behaviour, patient types, cities, and appointment patterns. </a:t>
            </a:r>
          </a:p>
          <a:p>
            <a:pPr lvl="0"/>
            <a:r>
              <a:rPr lang="en-IN" sz="2400" dirty="0"/>
              <a:t>Treatment analysis provides insights into waiting time, treatment duration, multiple attempts, and different treatment outcomes. </a:t>
            </a:r>
          </a:p>
          <a:p>
            <a:pPr lvl="0"/>
            <a:r>
              <a:rPr lang="en-IN" sz="2400" dirty="0"/>
              <a:t>Doctor and room analysis helps understand treatment workload, doctor performance, room utilization, and equipment usage. </a:t>
            </a:r>
          </a:p>
          <a:p>
            <a:pPr lvl="0"/>
            <a:r>
              <a:rPr lang="en-IN" sz="2400" dirty="0"/>
              <a:t>The overall analysis supports better resource planning, operational improvement, and data-driven decision-making in hospital management. 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09995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8284" y="1543665"/>
            <a:ext cx="4709651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934066" y="2782528"/>
            <a:ext cx="5161934" cy="8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5300" b="1" i="0" u="none" strike="noStrike" cap="none" dirty="0">
                <a:solidFill>
                  <a:srgbClr val="00206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53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1871</Words>
  <Application>Microsoft Office PowerPoint</Application>
  <PresentationFormat>Widescreen</PresentationFormat>
  <Paragraphs>448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Times New Roman</vt:lpstr>
      <vt:lpstr>Calibri</vt:lpstr>
      <vt:lpstr>Libre Baskerville</vt:lpstr>
      <vt:lpstr>Office Theme</vt:lpstr>
      <vt:lpstr>PowerPoint Presentation</vt:lpstr>
      <vt:lpstr>ABOUT ME </vt:lpstr>
      <vt:lpstr>Introduction &amp; Why This Project? :</vt:lpstr>
      <vt:lpstr> OBJECTIVE OF THE PROJECT : </vt:lpstr>
      <vt:lpstr> Database Structure :  </vt:lpstr>
      <vt:lpstr>ER-DIAGRAM : </vt:lpstr>
      <vt:lpstr>PROBLEM STATEMENT :</vt:lpstr>
      <vt:lpstr>Key Analysis Questions :  1.  Understand Patient and Appointment Demand</vt:lpstr>
      <vt:lpstr>● Compare appointments across service types and priorities.</vt:lpstr>
      <vt:lpstr>●  Examine appointment volume over time.</vt:lpstr>
      <vt:lpstr>● Compare estimated appointment value across patient types.</vt:lpstr>
      <vt:lpstr> ●  Examine booking channels and their contribution to demand. </vt:lpstr>
      <vt:lpstr> 2. Understand Patient Appointment Behaviour </vt:lpstr>
      <vt:lpstr>●  Identify patients with higher cumulative estimated appointment value.</vt:lpstr>
      <vt:lpstr>Compare patient activity across cities.</vt:lpstr>
      <vt:lpstr>● Compare General, Corporate, and Insurance patients.</vt:lpstr>
      <vt:lpstr>● Examine patient booking patterns over time.</vt:lpstr>
      <vt:lpstr>3 Evaluate Treatment Performance :</vt:lpstr>
      <vt:lpstr>● Examine treatment duration and waiting time.</vt:lpstr>
      <vt:lpstr>● Compare Completed, Cancelled, No-Show, Rescheduled, and In Progress outcomes.</vt:lpstr>
      <vt:lpstr>● Identify areas with higher treatment activity or poorer outcomes.</vt:lpstr>
      <vt:lpstr>● Compare treatment performance over time.</vt:lpstr>
      <vt:lpstr>4. Understand Doctor and Room Performance</vt:lpstr>
      <vt:lpstr>● Compare doctor performance across treatment outcomes.</vt:lpstr>
      <vt:lpstr>● Examine treatment duration across doctors.</vt:lpstr>
      <vt:lpstr>●  Compare room usage across room types and equipment types.</vt:lpstr>
      <vt:lpstr>● Evaluate treatment performance across rooms.</vt:lpstr>
      <vt:lpstr>5. Identify Treatment and Appointment Problems</vt:lpstr>
      <vt:lpstr>● Find common problem statuses and patterns.</vt:lpstr>
      <vt:lpstr>● Compare waiting time for appointments with multiple attempts.</vt:lpstr>
      <vt:lpstr>● Identify cities or service types with more cancellations, no-shows, or rescheduling.</vt:lpstr>
      <vt:lpstr>● Investigate whether priority level is associated with waiting time or treatment outcomes.</vt:lpstr>
      <vt:lpstr>● Treatment Duration and waiting time:</vt:lpstr>
      <vt:lpstr>Key Insights &amp; Recommendations :</vt:lpstr>
      <vt:lpstr>Challenges / Experiences:</vt:lpstr>
      <vt:lpstr>Conclusion 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prashanth kota</cp:lastModifiedBy>
  <cp:revision>4</cp:revision>
  <dcterms:created xsi:type="dcterms:W3CDTF">2021-02-16T05:19:01Z</dcterms:created>
  <dcterms:modified xsi:type="dcterms:W3CDTF">2026-09-07T17:28:42Z</dcterms:modified>
</cp:coreProperties>
</file>